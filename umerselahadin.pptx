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98" r:id="rId6"/>
    <p:sldId id="299" r:id="rId7"/>
    <p:sldId id="258" r:id="rId8"/>
    <p:sldId id="259" r:id="rId9"/>
    <p:sldId id="301" r:id="rId10"/>
    <p:sldId id="302" r:id="rId11"/>
    <p:sldId id="303" r:id="rId12"/>
    <p:sldId id="304" r:id="rId13"/>
  </p:sldIdLst>
  <p:sldSz cx="9144000" cy="5143500"/>
  <p:notesSz cx="6858000" cy="9144000"/>
  <p:embeddedFontLst>
    <p:embeddedFont>
      <p:font typeface="Poppins" panose="00000800000000000000"/>
      <p:bold r:id="rId17"/>
      <p:italic r:id="rId18"/>
      <p:boldItalic r:id="rId19"/>
    </p:embeddedFont>
    <p:embeddedFont>
      <p:font typeface="PT Sans" panose="020B0503020203020204"/>
      <p:regular r:id="rId20"/>
    </p:embeddedFont>
    <p:embeddedFont>
      <p:font typeface="Poppins" panose="00000800000000000000" charset="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1A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g4dfce81f19_0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4dfce81f19_0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1" name="Shape 331"/>
        <p:cNvGrpSpPr/>
        <p:nvPr/>
      </p:nvGrpSpPr>
      <p:grpSpPr>
        <a:xfrm>
          <a:off x="0" y="0"/>
          <a:ext cx="0" cy="0"/>
          <a:chOff x="0" y="0"/>
          <a:chExt cx="0" cy="0"/>
        </a:xfrm>
      </p:grpSpPr>
      <p:sp>
        <p:nvSpPr>
          <p:cNvPr id="332" name="Google Shape;332;gd431007ba2_0_20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d431007ba2_0_20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0" name="Shape 340"/>
        <p:cNvGrpSpPr/>
        <p:nvPr/>
      </p:nvGrpSpPr>
      <p:grpSpPr>
        <a:xfrm>
          <a:off x="0" y="0"/>
          <a:ext cx="0" cy="0"/>
          <a:chOff x="0" y="0"/>
          <a:chExt cx="0" cy="0"/>
        </a:xfrm>
      </p:grpSpPr>
      <p:sp>
        <p:nvSpPr>
          <p:cNvPr id="341" name="Google Shape;341;gd431007ba2_0_2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d431007ba2_0_2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8" name="Shape 358"/>
        <p:cNvGrpSpPr/>
        <p:nvPr/>
      </p:nvGrpSpPr>
      <p:grpSpPr>
        <a:xfrm>
          <a:off x="0" y="0"/>
          <a:ext cx="0" cy="0"/>
          <a:chOff x="0" y="0"/>
          <a:chExt cx="0" cy="0"/>
        </a:xfrm>
      </p:grpSpPr>
      <p:sp>
        <p:nvSpPr>
          <p:cNvPr id="359" name="Google Shape;359;g54dda1946d_6_32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54dda1946d_6_3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6.png"/><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8.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5" Type="http://schemas.openxmlformats.org/officeDocument/2006/relationships/image" Target="../media/image3.png"/><Relationship Id="rId4" Type="http://schemas.openxmlformats.org/officeDocument/2006/relationships/image" Target="../media/image4.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9" Type="http://schemas.openxmlformats.org/officeDocument/2006/relationships/hyperlink" Target="http://bit.ly/2TtBDfr" TargetMode="External"/><Relationship Id="rId8" Type="http://schemas.openxmlformats.org/officeDocument/2006/relationships/hyperlink" Target="https://bit.ly/3A1uf1Q" TargetMode="Externa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7" Type="http://schemas.openxmlformats.org/officeDocument/2006/relationships/image" Target="../media/image3.png"/><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stretch>
            <a:fillRect/>
          </a:stretch>
        </p:blipFill>
        <p:spPr>
          <a:xfrm>
            <a:off x="-25" y="0"/>
            <a:ext cx="9144000" cy="5143500"/>
          </a:xfrm>
          <a:prstGeom prst="rect">
            <a:avLst/>
          </a:prstGeom>
          <a:noFill/>
          <a:ln>
            <a:noFill/>
          </a:ln>
        </p:spPr>
      </p:pic>
      <p:sp>
        <p:nvSpPr>
          <p:cNvPr id="10" name="Google Shape;10;p2"/>
          <p:cNvSpPr txBox="1"/>
          <p:nvPr>
            <p:ph type="ctrTitle"/>
          </p:nvPr>
        </p:nvSpPr>
        <p:spPr>
          <a:xfrm>
            <a:off x="972300" y="1482800"/>
            <a:ext cx="7199400" cy="14772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type="subTitle" idx="1"/>
          </p:nvPr>
        </p:nvSpPr>
        <p:spPr>
          <a:xfrm>
            <a:off x="972300" y="3239202"/>
            <a:ext cx="7199400" cy="421500"/>
          </a:xfrm>
          <a:prstGeom prst="rect">
            <a:avLst/>
          </a:prstGeom>
          <a:noFill/>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6825" y="1613"/>
            <a:ext cx="9163538" cy="5147081"/>
            <a:chOff x="-21325" y="-6819"/>
            <a:chExt cx="9163538" cy="5147081"/>
          </a:xfrm>
        </p:grpSpPr>
        <p:grpSp>
          <p:nvGrpSpPr>
            <p:cNvPr id="13" name="Google Shape;13;p2"/>
            <p:cNvGrpSpPr/>
            <p:nvPr/>
          </p:nvGrpSpPr>
          <p:grpSpPr>
            <a:xfrm>
              <a:off x="2626712" y="4610687"/>
              <a:ext cx="6515501" cy="529575"/>
              <a:chOff x="2626712" y="4610687"/>
              <a:chExt cx="6515501" cy="529575"/>
            </a:xfrm>
          </p:grpSpPr>
          <p:pic>
            <p:nvPicPr>
              <p:cNvPr id="14" name="Google Shape;14;p2"/>
              <p:cNvPicPr preferRelativeResize="0"/>
              <p:nvPr/>
            </p:nvPicPr>
            <p:blipFill>
              <a:blip r:embed="rId3"/>
              <a:stretch>
                <a:fillRect/>
              </a:stretch>
            </p:blipFill>
            <p:spPr>
              <a:xfrm rot="10800000">
                <a:off x="2626712" y="4610687"/>
                <a:ext cx="6515501" cy="529575"/>
              </a:xfrm>
              <a:prstGeom prst="rect">
                <a:avLst/>
              </a:prstGeom>
              <a:noFill/>
              <a:ln>
                <a:noFill/>
              </a:ln>
            </p:spPr>
          </p:pic>
          <p:pic>
            <p:nvPicPr>
              <p:cNvPr id="15" name="Google Shape;15;p2"/>
              <p:cNvPicPr preferRelativeResize="0"/>
              <p:nvPr/>
            </p:nvPicPr>
            <p:blipFill>
              <a:blip r:embed="rId4"/>
              <a:stretch>
                <a:fillRect/>
              </a:stretch>
            </p:blipFill>
            <p:spPr>
              <a:xfrm rot="10800000">
                <a:off x="7293388" y="4840980"/>
                <a:ext cx="1585464" cy="69000"/>
              </a:xfrm>
              <a:prstGeom prst="rect">
                <a:avLst/>
              </a:prstGeom>
              <a:noFill/>
              <a:ln>
                <a:noFill/>
              </a:ln>
            </p:spPr>
          </p:pic>
        </p:grpSp>
        <p:grpSp>
          <p:nvGrpSpPr>
            <p:cNvPr id="16" name="Google Shape;16;p2"/>
            <p:cNvGrpSpPr/>
            <p:nvPr/>
          </p:nvGrpSpPr>
          <p:grpSpPr>
            <a:xfrm>
              <a:off x="-21325" y="-6819"/>
              <a:ext cx="6523526" cy="536050"/>
              <a:chOff x="-21325" y="-6819"/>
              <a:chExt cx="6523526" cy="536050"/>
            </a:xfrm>
          </p:grpSpPr>
          <p:pic>
            <p:nvPicPr>
              <p:cNvPr id="17" name="Google Shape;17;p2"/>
              <p:cNvPicPr preferRelativeResize="0"/>
              <p:nvPr/>
            </p:nvPicPr>
            <p:blipFill>
              <a:blip r:embed="rId5"/>
              <a:stretch>
                <a:fillRect/>
              </a:stretch>
            </p:blipFill>
            <p:spPr>
              <a:xfrm>
                <a:off x="-21325" y="-6819"/>
                <a:ext cx="6523526" cy="536050"/>
              </a:xfrm>
              <a:prstGeom prst="rect">
                <a:avLst/>
              </a:prstGeom>
              <a:noFill/>
              <a:ln>
                <a:noFill/>
              </a:ln>
            </p:spPr>
          </p:pic>
          <p:pic>
            <p:nvPicPr>
              <p:cNvPr id="18" name="Google Shape;18;p2"/>
              <p:cNvPicPr preferRelativeResize="0"/>
              <p:nvPr/>
            </p:nvPicPr>
            <p:blipFill>
              <a:blip r:embed="rId4"/>
              <a:stretch>
                <a:fillRect/>
              </a:stretch>
            </p:blipFill>
            <p:spPr>
              <a:xfrm>
                <a:off x="243800" y="239786"/>
                <a:ext cx="1585464" cy="69000"/>
              </a:xfrm>
              <a:prstGeom prst="rect">
                <a:avLst/>
              </a:prstGeom>
              <a:noFill/>
              <a:ln>
                <a:noFill/>
              </a:ln>
            </p:spPr>
          </p:pic>
        </p:grpSp>
      </p:grpSp>
      <p:grpSp>
        <p:nvGrpSpPr>
          <p:cNvPr id="19" name="Google Shape;19;p2"/>
          <p:cNvGrpSpPr/>
          <p:nvPr/>
        </p:nvGrpSpPr>
        <p:grpSpPr>
          <a:xfrm>
            <a:off x="-6819" y="-7400"/>
            <a:ext cx="9157637" cy="5158300"/>
            <a:chOff x="0" y="0"/>
            <a:chExt cx="9157637" cy="5158300"/>
          </a:xfrm>
        </p:grpSpPr>
        <p:pic>
          <p:nvPicPr>
            <p:cNvPr id="20" name="Google Shape;20;p2"/>
            <p:cNvPicPr preferRelativeResize="0"/>
            <p:nvPr/>
          </p:nvPicPr>
          <p:blipFill>
            <a:blip r:embed="rId6"/>
            <a:stretch>
              <a:fillRect/>
            </a:stretch>
          </p:blipFill>
          <p:spPr>
            <a:xfrm>
              <a:off x="7906088" y="0"/>
              <a:ext cx="1251550" cy="1251550"/>
            </a:xfrm>
            <a:prstGeom prst="rect">
              <a:avLst/>
            </a:prstGeom>
            <a:noFill/>
            <a:ln>
              <a:noFill/>
            </a:ln>
          </p:spPr>
        </p:pic>
        <p:pic>
          <p:nvPicPr>
            <p:cNvPr id="21" name="Google Shape;21;p2"/>
            <p:cNvPicPr preferRelativeResize="0"/>
            <p:nvPr/>
          </p:nvPicPr>
          <p:blipFill>
            <a:blip r:embed="rId7"/>
            <a:stretch>
              <a:fillRect/>
            </a:stretch>
          </p:blipFill>
          <p:spPr>
            <a:xfrm>
              <a:off x="0" y="3906750"/>
              <a:ext cx="1251550" cy="125155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2" name="Shape 22"/>
        <p:cNvGrpSpPr/>
        <p:nvPr/>
      </p:nvGrpSpPr>
      <p:grpSpPr>
        <a:xfrm>
          <a:off x="0" y="0"/>
          <a:ext cx="0" cy="0"/>
          <a:chOff x="0" y="0"/>
          <a:chExt cx="0" cy="0"/>
        </a:xfrm>
      </p:grpSpPr>
      <p:pic>
        <p:nvPicPr>
          <p:cNvPr id="23" name="Google Shape;23;p3"/>
          <p:cNvPicPr preferRelativeResize="0"/>
          <p:nvPr/>
        </p:nvPicPr>
        <p:blipFill>
          <a:blip r:embed="rId2"/>
          <a:stretch>
            <a:fillRect/>
          </a:stretch>
        </p:blipFill>
        <p:spPr>
          <a:xfrm>
            <a:off x="-25" y="0"/>
            <a:ext cx="9144000" cy="5143500"/>
          </a:xfrm>
          <a:prstGeom prst="rect">
            <a:avLst/>
          </a:prstGeom>
          <a:noFill/>
          <a:ln>
            <a:noFill/>
          </a:ln>
        </p:spPr>
      </p:pic>
      <p:pic>
        <p:nvPicPr>
          <p:cNvPr id="24" name="Google Shape;24;p3"/>
          <p:cNvPicPr preferRelativeResize="0"/>
          <p:nvPr/>
        </p:nvPicPr>
        <p:blipFill>
          <a:blip r:embed="rId3"/>
          <a:stretch>
            <a:fillRect/>
          </a:stretch>
        </p:blipFill>
        <p:spPr>
          <a:xfrm>
            <a:off x="8171225" y="0"/>
            <a:ext cx="972775" cy="972775"/>
          </a:xfrm>
          <a:prstGeom prst="rect">
            <a:avLst/>
          </a:prstGeom>
          <a:noFill/>
          <a:ln>
            <a:noFill/>
          </a:ln>
        </p:spPr>
      </p:pic>
      <p:grpSp>
        <p:nvGrpSpPr>
          <p:cNvPr id="25" name="Google Shape;25;p3"/>
          <p:cNvGrpSpPr/>
          <p:nvPr/>
        </p:nvGrpSpPr>
        <p:grpSpPr>
          <a:xfrm>
            <a:off x="4303195" y="4617494"/>
            <a:ext cx="4845850" cy="529600"/>
            <a:chOff x="4296376" y="4610675"/>
            <a:chExt cx="4845850" cy="529600"/>
          </a:xfrm>
        </p:grpSpPr>
        <p:pic>
          <p:nvPicPr>
            <p:cNvPr id="26" name="Google Shape;26;p3"/>
            <p:cNvPicPr preferRelativeResize="0"/>
            <p:nvPr/>
          </p:nvPicPr>
          <p:blipFill>
            <a:blip r:embed="rId4"/>
            <a:stretch>
              <a:fillRect/>
            </a:stretch>
          </p:blipFill>
          <p:spPr>
            <a:xfrm rot="10800000">
              <a:off x="4296376" y="4610675"/>
              <a:ext cx="4845850" cy="529600"/>
            </a:xfrm>
            <a:prstGeom prst="rect">
              <a:avLst/>
            </a:prstGeom>
            <a:noFill/>
            <a:ln>
              <a:noFill/>
            </a:ln>
          </p:spPr>
        </p:pic>
        <p:pic>
          <p:nvPicPr>
            <p:cNvPr id="27" name="Google Shape;27;p3"/>
            <p:cNvPicPr preferRelativeResize="0"/>
            <p:nvPr/>
          </p:nvPicPr>
          <p:blipFill>
            <a:blip r:embed="rId5"/>
            <a:stretch>
              <a:fillRect/>
            </a:stretch>
          </p:blipFill>
          <p:spPr>
            <a:xfrm rot="10800000">
              <a:off x="7293388" y="4840980"/>
              <a:ext cx="1585464" cy="69000"/>
            </a:xfrm>
            <a:prstGeom prst="rect">
              <a:avLst/>
            </a:prstGeom>
            <a:noFill/>
            <a:ln>
              <a:noFill/>
            </a:ln>
          </p:spPr>
        </p:pic>
      </p:grpSp>
      <p:sp>
        <p:nvSpPr>
          <p:cNvPr id="28" name="Google Shape;28;p3"/>
          <p:cNvSpPr txBox="1"/>
          <p:nvPr>
            <p:ph type="title"/>
          </p:nvPr>
        </p:nvSpPr>
        <p:spPr>
          <a:xfrm>
            <a:off x="4047175" y="2409650"/>
            <a:ext cx="4383600" cy="1391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 name="Google Shape;29;p3"/>
          <p:cNvSpPr txBox="1"/>
          <p:nvPr>
            <p:ph type="title" idx="2" hasCustomPrompt="1"/>
          </p:nvPr>
        </p:nvSpPr>
        <p:spPr>
          <a:xfrm>
            <a:off x="5690275" y="1037350"/>
            <a:ext cx="1097400" cy="10974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 name="Google Shape;30;p3"/>
          <p:cNvSpPr/>
          <p:nvPr>
            <p:ph type="pic" idx="3"/>
          </p:nvPr>
        </p:nvSpPr>
        <p:spPr>
          <a:xfrm>
            <a:off x="713225" y="539500"/>
            <a:ext cx="2760600" cy="4064400"/>
          </a:xfrm>
          <a:prstGeom prst="round2DiagRect">
            <a:avLst>
              <a:gd name="adj1" fmla="val 16667"/>
              <a:gd name="adj2" fmla="val 0"/>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31" name="Shape 31"/>
        <p:cNvGrpSpPr/>
        <p:nvPr/>
      </p:nvGrpSpPr>
      <p:grpSpPr>
        <a:xfrm>
          <a:off x="0" y="0"/>
          <a:ext cx="0" cy="0"/>
          <a:chOff x="0" y="0"/>
          <a:chExt cx="0" cy="0"/>
        </a:xfrm>
      </p:grpSpPr>
      <p:pic>
        <p:nvPicPr>
          <p:cNvPr id="32" name="Google Shape;32;p4"/>
          <p:cNvPicPr preferRelativeResize="0"/>
          <p:nvPr/>
        </p:nvPicPr>
        <p:blipFill>
          <a:blip r:embed="rId2"/>
          <a:stretch>
            <a:fillRect/>
          </a:stretch>
        </p:blipFill>
        <p:spPr>
          <a:xfrm>
            <a:off x="-25" y="0"/>
            <a:ext cx="9144000" cy="5143500"/>
          </a:xfrm>
          <a:prstGeom prst="rect">
            <a:avLst/>
          </a:prstGeom>
          <a:noFill/>
          <a:ln>
            <a:noFill/>
          </a:ln>
        </p:spPr>
      </p:pic>
      <p:sp>
        <p:nvSpPr>
          <p:cNvPr id="33" name="Google Shape;33;p4"/>
          <p:cNvSpPr txBox="1"/>
          <p:nvPr>
            <p:ph type="title"/>
          </p:nvPr>
        </p:nvSpPr>
        <p:spPr>
          <a:xfrm>
            <a:off x="713225" y="1099175"/>
            <a:ext cx="3171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 name="Google Shape;34;p4"/>
          <p:cNvGrpSpPr/>
          <p:nvPr/>
        </p:nvGrpSpPr>
        <p:grpSpPr>
          <a:xfrm flipH="1">
            <a:off x="2620475" y="0"/>
            <a:ext cx="6523526" cy="369900"/>
            <a:chOff x="0" y="0"/>
            <a:chExt cx="6523526" cy="369900"/>
          </a:xfrm>
        </p:grpSpPr>
        <p:pic>
          <p:nvPicPr>
            <p:cNvPr id="35" name="Google Shape;35;p4"/>
            <p:cNvPicPr preferRelativeResize="0"/>
            <p:nvPr/>
          </p:nvPicPr>
          <p:blipFill>
            <a:blip r:embed="rId3"/>
            <a:stretch>
              <a:fillRect/>
            </a:stretch>
          </p:blipFill>
          <p:spPr>
            <a:xfrm>
              <a:off x="0" y="0"/>
              <a:ext cx="6523526" cy="369900"/>
            </a:xfrm>
            <a:prstGeom prst="rect">
              <a:avLst/>
            </a:prstGeom>
            <a:noFill/>
            <a:ln>
              <a:noFill/>
            </a:ln>
          </p:spPr>
        </p:pic>
        <p:pic>
          <p:nvPicPr>
            <p:cNvPr id="36" name="Google Shape;36;p4"/>
            <p:cNvPicPr preferRelativeResize="0"/>
            <p:nvPr/>
          </p:nvPicPr>
          <p:blipFill>
            <a:blip r:embed="rId4"/>
            <a:stretch>
              <a:fillRect/>
            </a:stretch>
          </p:blipFill>
          <p:spPr>
            <a:xfrm>
              <a:off x="265125" y="150455"/>
              <a:ext cx="1585464" cy="69000"/>
            </a:xfrm>
            <a:prstGeom prst="rect">
              <a:avLst/>
            </a:prstGeom>
            <a:noFill/>
            <a:ln>
              <a:noFill/>
            </a:ln>
          </p:spPr>
        </p:pic>
      </p:grpSp>
      <p:pic>
        <p:nvPicPr>
          <p:cNvPr id="37" name="Google Shape;37;p4"/>
          <p:cNvPicPr preferRelativeResize="0"/>
          <p:nvPr/>
        </p:nvPicPr>
        <p:blipFill>
          <a:blip r:embed="rId5"/>
          <a:stretch>
            <a:fillRect/>
          </a:stretch>
        </p:blipFill>
        <p:spPr>
          <a:xfrm rot="5400000" flipH="1">
            <a:off x="0" y="4170737"/>
            <a:ext cx="972775" cy="972775"/>
          </a:xfrm>
          <a:prstGeom prst="rect">
            <a:avLst/>
          </a:prstGeom>
          <a:noFill/>
          <a:ln>
            <a:noFill/>
          </a:ln>
        </p:spPr>
      </p:pic>
      <p:pic>
        <p:nvPicPr>
          <p:cNvPr id="38" name="Google Shape;38;p4"/>
          <p:cNvPicPr preferRelativeResize="0"/>
          <p:nvPr/>
        </p:nvPicPr>
        <p:blipFill>
          <a:blip r:embed="rId6"/>
          <a:stretch>
            <a:fillRect/>
          </a:stretch>
        </p:blipFill>
        <p:spPr>
          <a:xfrm>
            <a:off x="7249350" y="3712050"/>
            <a:ext cx="1768001" cy="1350575"/>
          </a:xfrm>
          <a:prstGeom prst="rect">
            <a:avLst/>
          </a:prstGeom>
          <a:noFill/>
          <a:ln>
            <a:noFill/>
          </a:ln>
        </p:spPr>
      </p:pic>
      <p:sp>
        <p:nvSpPr>
          <p:cNvPr id="39" name="Google Shape;39;p4"/>
          <p:cNvSpPr txBox="1"/>
          <p:nvPr>
            <p:ph type="subTitle" idx="1"/>
          </p:nvPr>
        </p:nvSpPr>
        <p:spPr>
          <a:xfrm>
            <a:off x="713225" y="2630525"/>
            <a:ext cx="3171900" cy="16386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40" name="Shape 40"/>
        <p:cNvGrpSpPr/>
        <p:nvPr/>
      </p:nvGrpSpPr>
      <p:grpSpPr>
        <a:xfrm>
          <a:off x="0" y="0"/>
          <a:ext cx="0" cy="0"/>
          <a:chOff x="0" y="0"/>
          <a:chExt cx="0" cy="0"/>
        </a:xfrm>
      </p:grpSpPr>
      <p:pic>
        <p:nvPicPr>
          <p:cNvPr id="41" name="Google Shape;41;p5"/>
          <p:cNvPicPr preferRelativeResize="0"/>
          <p:nvPr/>
        </p:nvPicPr>
        <p:blipFill>
          <a:blip r:embed="rId2"/>
          <a:stretch>
            <a:fillRect/>
          </a:stretch>
        </p:blipFill>
        <p:spPr>
          <a:xfrm>
            <a:off x="-25" y="0"/>
            <a:ext cx="9144000" cy="5143500"/>
          </a:xfrm>
          <a:prstGeom prst="rect">
            <a:avLst/>
          </a:prstGeom>
          <a:noFill/>
          <a:ln>
            <a:noFill/>
          </a:ln>
        </p:spPr>
      </p:pic>
      <p:sp>
        <p:nvSpPr>
          <p:cNvPr id="42" name="Google Shape;42;p5"/>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 name="Google Shape;43;p5"/>
          <p:cNvSpPr txBox="1"/>
          <p:nvPr>
            <p:ph type="subTitle" idx="1"/>
          </p:nvPr>
        </p:nvSpPr>
        <p:spPr>
          <a:xfrm>
            <a:off x="3553500" y="3054555"/>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44" name="Google Shape;44;p5"/>
          <p:cNvSpPr txBox="1"/>
          <p:nvPr>
            <p:ph type="subTitle" idx="2"/>
          </p:nvPr>
        </p:nvSpPr>
        <p:spPr>
          <a:xfrm>
            <a:off x="3553500" y="1649136"/>
            <a:ext cx="4787100" cy="9039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45" name="Google Shape;45;p5"/>
          <p:cNvSpPr txBox="1"/>
          <p:nvPr>
            <p:ph type="subTitle" idx="3"/>
          </p:nvPr>
        </p:nvSpPr>
        <p:spPr>
          <a:xfrm>
            <a:off x="1859700" y="1649136"/>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46" name="Google Shape;46;p5"/>
          <p:cNvSpPr txBox="1"/>
          <p:nvPr>
            <p:ph type="subTitle" idx="4"/>
          </p:nvPr>
        </p:nvSpPr>
        <p:spPr>
          <a:xfrm>
            <a:off x="1859700" y="3054549"/>
            <a:ext cx="1541400" cy="903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grpSp>
        <p:nvGrpSpPr>
          <p:cNvPr id="47" name="Google Shape;47;p5"/>
          <p:cNvGrpSpPr/>
          <p:nvPr/>
        </p:nvGrpSpPr>
        <p:grpSpPr>
          <a:xfrm rot="10800000">
            <a:off x="2620475" y="4773475"/>
            <a:ext cx="6523526" cy="369900"/>
            <a:chOff x="0" y="0"/>
            <a:chExt cx="6523526" cy="369900"/>
          </a:xfrm>
        </p:grpSpPr>
        <p:pic>
          <p:nvPicPr>
            <p:cNvPr id="48" name="Google Shape;48;p5"/>
            <p:cNvPicPr preferRelativeResize="0"/>
            <p:nvPr/>
          </p:nvPicPr>
          <p:blipFill>
            <a:blip r:embed="rId3"/>
            <a:stretch>
              <a:fillRect/>
            </a:stretch>
          </p:blipFill>
          <p:spPr>
            <a:xfrm>
              <a:off x="0" y="0"/>
              <a:ext cx="6523526" cy="369900"/>
            </a:xfrm>
            <a:prstGeom prst="rect">
              <a:avLst/>
            </a:prstGeom>
            <a:noFill/>
            <a:ln>
              <a:noFill/>
            </a:ln>
          </p:spPr>
        </p:pic>
        <p:pic>
          <p:nvPicPr>
            <p:cNvPr id="49" name="Google Shape;49;p5"/>
            <p:cNvPicPr preferRelativeResize="0"/>
            <p:nvPr/>
          </p:nvPicPr>
          <p:blipFill>
            <a:blip r:embed="rId4"/>
            <a:stretch>
              <a:fillRect/>
            </a:stretch>
          </p:blipFill>
          <p:spPr>
            <a:xfrm>
              <a:off x="265125" y="150455"/>
              <a:ext cx="1585464" cy="69000"/>
            </a:xfrm>
            <a:prstGeom prst="rect">
              <a:avLst/>
            </a:prstGeom>
            <a:noFill/>
            <a:ln>
              <a:noFill/>
            </a:ln>
          </p:spPr>
        </p:pic>
      </p:grpSp>
      <p:pic>
        <p:nvPicPr>
          <p:cNvPr id="50" name="Google Shape;50;p5"/>
          <p:cNvPicPr preferRelativeResize="0"/>
          <p:nvPr/>
        </p:nvPicPr>
        <p:blipFill>
          <a:blip r:embed="rId5"/>
          <a:stretch>
            <a:fillRect/>
          </a:stretch>
        </p:blipFill>
        <p:spPr>
          <a:xfrm>
            <a:off x="0" y="4170737"/>
            <a:ext cx="972775" cy="972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1" name="Shape 51"/>
        <p:cNvGrpSpPr/>
        <p:nvPr/>
      </p:nvGrpSpPr>
      <p:grpSpPr>
        <a:xfrm>
          <a:off x="0" y="0"/>
          <a:ext cx="0" cy="0"/>
          <a:chOff x="0" y="0"/>
          <a:chExt cx="0" cy="0"/>
        </a:xfrm>
      </p:grpSpPr>
      <p:pic>
        <p:nvPicPr>
          <p:cNvPr id="52" name="Google Shape;52;p6"/>
          <p:cNvPicPr preferRelativeResize="0"/>
          <p:nvPr/>
        </p:nvPicPr>
        <p:blipFill>
          <a:blip r:embed="rId2"/>
          <a:stretch>
            <a:fillRect/>
          </a:stretch>
        </p:blipFill>
        <p:spPr>
          <a:xfrm>
            <a:off x="-25" y="0"/>
            <a:ext cx="9144000" cy="5143500"/>
          </a:xfrm>
          <a:prstGeom prst="rect">
            <a:avLst/>
          </a:prstGeom>
          <a:noFill/>
          <a:ln>
            <a:noFill/>
          </a:ln>
        </p:spPr>
      </p:pic>
      <p:sp>
        <p:nvSpPr>
          <p:cNvPr id="53" name="Google Shape;53;p6"/>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54" name="Google Shape;54;p6"/>
          <p:cNvPicPr preferRelativeResize="0"/>
          <p:nvPr/>
        </p:nvPicPr>
        <p:blipFill rotWithShape="1">
          <a:blip r:embed="rId3"/>
          <a:srcRect l="31651" t="130" b="18270"/>
          <a:stretch>
            <a:fillRect/>
          </a:stretch>
        </p:blipFill>
        <p:spPr>
          <a:xfrm rot="10800000" flipH="1">
            <a:off x="8199274" y="11375"/>
            <a:ext cx="1173326" cy="1070099"/>
          </a:xfrm>
          <a:prstGeom prst="rect">
            <a:avLst/>
          </a:prstGeom>
          <a:noFill/>
          <a:ln>
            <a:noFill/>
          </a:ln>
        </p:spPr>
      </p:pic>
      <p:pic>
        <p:nvPicPr>
          <p:cNvPr id="55" name="Google Shape;55;p6"/>
          <p:cNvPicPr preferRelativeResize="0"/>
          <p:nvPr/>
        </p:nvPicPr>
        <p:blipFill>
          <a:blip r:embed="rId4"/>
          <a:stretch>
            <a:fillRect/>
          </a:stretch>
        </p:blipFill>
        <p:spPr>
          <a:xfrm rot="10800000">
            <a:off x="-1" y="4170725"/>
            <a:ext cx="972775" cy="9727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56" name="Shape 56"/>
        <p:cNvGrpSpPr/>
        <p:nvPr/>
      </p:nvGrpSpPr>
      <p:grpSpPr>
        <a:xfrm>
          <a:off x="0" y="0"/>
          <a:ext cx="0" cy="0"/>
          <a:chOff x="0" y="0"/>
          <a:chExt cx="0" cy="0"/>
        </a:xfrm>
      </p:grpSpPr>
      <p:pic>
        <p:nvPicPr>
          <p:cNvPr id="57" name="Google Shape;57;p7"/>
          <p:cNvPicPr preferRelativeResize="0"/>
          <p:nvPr/>
        </p:nvPicPr>
        <p:blipFill>
          <a:blip r:embed="rId2"/>
          <a:stretch>
            <a:fillRect/>
          </a:stretch>
        </p:blipFill>
        <p:spPr>
          <a:xfrm>
            <a:off x="-25" y="0"/>
            <a:ext cx="9144000" cy="5143500"/>
          </a:xfrm>
          <a:prstGeom prst="rect">
            <a:avLst/>
          </a:prstGeom>
          <a:noFill/>
          <a:ln>
            <a:noFill/>
          </a:ln>
        </p:spPr>
      </p:pic>
      <p:sp>
        <p:nvSpPr>
          <p:cNvPr id="58" name="Google Shape;58;p7"/>
          <p:cNvSpPr txBox="1"/>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9" name="Google Shape;59;p7"/>
          <p:cNvSpPr txBox="1"/>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p:txBody>
      </p:sp>
      <p:sp>
        <p:nvSpPr>
          <p:cNvPr id="60" name="Google Shape;60;p7"/>
          <p:cNvSpPr/>
          <p:nvPr>
            <p:ph type="pic" idx="2"/>
          </p:nvPr>
        </p:nvSpPr>
        <p:spPr>
          <a:xfrm>
            <a:off x="5643775" y="539500"/>
            <a:ext cx="2787000" cy="4064400"/>
          </a:xfrm>
          <a:prstGeom prst="round2DiagRect">
            <a:avLst>
              <a:gd name="adj1" fmla="val 16667"/>
              <a:gd name="adj2" fmla="val 0"/>
            </a:avLst>
          </a:prstGeom>
          <a:noFill/>
          <a:ln>
            <a:noFill/>
          </a:ln>
        </p:spPr>
      </p:sp>
      <p:pic>
        <p:nvPicPr>
          <p:cNvPr id="61" name="Google Shape;61;p7"/>
          <p:cNvPicPr preferRelativeResize="0"/>
          <p:nvPr/>
        </p:nvPicPr>
        <p:blipFill>
          <a:blip r:embed="rId3"/>
          <a:stretch>
            <a:fillRect/>
          </a:stretch>
        </p:blipFill>
        <p:spPr>
          <a:xfrm rot="-5400000" flipH="1">
            <a:off x="-25" y="4170725"/>
            <a:ext cx="972775" cy="972775"/>
          </a:xfrm>
          <a:prstGeom prst="rect">
            <a:avLst/>
          </a:prstGeom>
          <a:noFill/>
          <a:ln>
            <a:noFill/>
          </a:ln>
        </p:spPr>
      </p:pic>
      <p:pic>
        <p:nvPicPr>
          <p:cNvPr id="62" name="Google Shape;62;p7"/>
          <p:cNvPicPr preferRelativeResize="0"/>
          <p:nvPr/>
        </p:nvPicPr>
        <p:blipFill rotWithShape="1">
          <a:blip r:embed="rId4"/>
          <a:srcRect t="129" b="129"/>
          <a:stretch>
            <a:fillRect/>
          </a:stretch>
        </p:blipFill>
        <p:spPr>
          <a:xfrm rot="-5400000">
            <a:off x="7509601" y="3503753"/>
            <a:ext cx="1716695" cy="1307947"/>
          </a:xfrm>
          <a:prstGeom prst="rect">
            <a:avLst/>
          </a:prstGeom>
          <a:noFill/>
          <a:ln>
            <a:noFill/>
          </a:ln>
        </p:spPr>
      </p:pic>
      <p:grpSp>
        <p:nvGrpSpPr>
          <p:cNvPr id="63" name="Google Shape;63;p7"/>
          <p:cNvGrpSpPr/>
          <p:nvPr/>
        </p:nvGrpSpPr>
        <p:grpSpPr>
          <a:xfrm>
            <a:off x="0" y="0"/>
            <a:ext cx="5837899" cy="536050"/>
            <a:chOff x="0" y="0"/>
            <a:chExt cx="5837899" cy="536050"/>
          </a:xfrm>
        </p:grpSpPr>
        <p:pic>
          <p:nvPicPr>
            <p:cNvPr id="64" name="Google Shape;64;p7"/>
            <p:cNvPicPr preferRelativeResize="0"/>
            <p:nvPr/>
          </p:nvPicPr>
          <p:blipFill>
            <a:blip r:embed="rId5"/>
            <a:stretch>
              <a:fillRect/>
            </a:stretch>
          </p:blipFill>
          <p:spPr>
            <a:xfrm>
              <a:off x="0" y="0"/>
              <a:ext cx="5837899" cy="536050"/>
            </a:xfrm>
            <a:prstGeom prst="rect">
              <a:avLst/>
            </a:prstGeom>
            <a:noFill/>
            <a:ln>
              <a:noFill/>
            </a:ln>
          </p:spPr>
        </p:pic>
        <p:pic>
          <p:nvPicPr>
            <p:cNvPr id="65" name="Google Shape;65;p7"/>
            <p:cNvPicPr preferRelativeResize="0"/>
            <p:nvPr/>
          </p:nvPicPr>
          <p:blipFill>
            <a:blip r:embed="rId6"/>
            <a:stretch>
              <a:fillRect/>
            </a:stretch>
          </p:blipFill>
          <p:spPr>
            <a:xfrm>
              <a:off x="265125" y="246605"/>
              <a:ext cx="1585464" cy="6900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66" name="Shape 66"/>
        <p:cNvGrpSpPr/>
        <p:nvPr/>
      </p:nvGrpSpPr>
      <p:grpSpPr>
        <a:xfrm>
          <a:off x="0" y="0"/>
          <a:ext cx="0" cy="0"/>
          <a:chOff x="0" y="0"/>
          <a:chExt cx="0" cy="0"/>
        </a:xfrm>
      </p:grpSpPr>
      <p:pic>
        <p:nvPicPr>
          <p:cNvPr id="67" name="Google Shape;67;p8"/>
          <p:cNvPicPr preferRelativeResize="0"/>
          <p:nvPr/>
        </p:nvPicPr>
        <p:blipFill>
          <a:blip r:embed="rId2"/>
          <a:stretch>
            <a:fillRect/>
          </a:stretch>
        </p:blipFill>
        <p:spPr>
          <a:xfrm>
            <a:off x="-25" y="0"/>
            <a:ext cx="9144000" cy="5143500"/>
          </a:xfrm>
          <a:prstGeom prst="rect">
            <a:avLst/>
          </a:prstGeom>
          <a:noFill/>
          <a:ln>
            <a:noFill/>
          </a:ln>
        </p:spPr>
      </p:pic>
      <p:sp>
        <p:nvSpPr>
          <p:cNvPr id="68" name="Google Shape;68;p8"/>
          <p:cNvSpPr txBox="1"/>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pic>
        <p:nvPicPr>
          <p:cNvPr id="69" name="Google Shape;69;p8"/>
          <p:cNvPicPr preferRelativeResize="0"/>
          <p:nvPr/>
        </p:nvPicPr>
        <p:blipFill rotWithShape="1">
          <a:blip r:embed="rId3"/>
          <a:srcRect b="22420"/>
          <a:stretch>
            <a:fillRect/>
          </a:stretch>
        </p:blipFill>
        <p:spPr>
          <a:xfrm rot="5400000">
            <a:off x="-257665" y="461283"/>
            <a:ext cx="1768000" cy="1047800"/>
          </a:xfrm>
          <a:prstGeom prst="rect">
            <a:avLst/>
          </a:prstGeom>
          <a:noFill/>
          <a:ln>
            <a:noFill/>
          </a:ln>
        </p:spPr>
      </p:pic>
      <p:pic>
        <p:nvPicPr>
          <p:cNvPr id="70" name="Google Shape;70;p8"/>
          <p:cNvPicPr preferRelativeResize="0"/>
          <p:nvPr/>
        </p:nvPicPr>
        <p:blipFill>
          <a:blip r:embed="rId4"/>
          <a:stretch>
            <a:fillRect/>
          </a:stretch>
        </p:blipFill>
        <p:spPr>
          <a:xfrm rot="10800000">
            <a:off x="7890675" y="0"/>
            <a:ext cx="1251550" cy="1251550"/>
          </a:xfrm>
          <a:prstGeom prst="rect">
            <a:avLst/>
          </a:prstGeom>
          <a:noFill/>
          <a:ln>
            <a:noFill/>
          </a:ln>
        </p:spPr>
      </p:pic>
      <p:grpSp>
        <p:nvGrpSpPr>
          <p:cNvPr id="71" name="Google Shape;71;p8"/>
          <p:cNvGrpSpPr/>
          <p:nvPr/>
        </p:nvGrpSpPr>
        <p:grpSpPr>
          <a:xfrm>
            <a:off x="3881699" y="4752250"/>
            <a:ext cx="5260526" cy="388025"/>
            <a:chOff x="3881699" y="4752250"/>
            <a:chExt cx="5260526" cy="388025"/>
          </a:xfrm>
        </p:grpSpPr>
        <p:pic>
          <p:nvPicPr>
            <p:cNvPr id="72" name="Google Shape;72;p8"/>
            <p:cNvPicPr preferRelativeResize="0"/>
            <p:nvPr/>
          </p:nvPicPr>
          <p:blipFill>
            <a:blip r:embed="rId5"/>
            <a:stretch>
              <a:fillRect/>
            </a:stretch>
          </p:blipFill>
          <p:spPr>
            <a:xfrm rot="10800000">
              <a:off x="3881699" y="4752250"/>
              <a:ext cx="5260526" cy="388025"/>
            </a:xfrm>
            <a:prstGeom prst="rect">
              <a:avLst/>
            </a:prstGeom>
            <a:noFill/>
            <a:ln>
              <a:noFill/>
            </a:ln>
          </p:spPr>
        </p:pic>
        <p:pic>
          <p:nvPicPr>
            <p:cNvPr id="73" name="Google Shape;73;p8"/>
            <p:cNvPicPr preferRelativeResize="0"/>
            <p:nvPr/>
          </p:nvPicPr>
          <p:blipFill>
            <a:blip r:embed="rId6"/>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74" name="Shape 74"/>
        <p:cNvGrpSpPr/>
        <p:nvPr/>
      </p:nvGrpSpPr>
      <p:grpSpPr>
        <a:xfrm>
          <a:off x="0" y="0"/>
          <a:ext cx="0" cy="0"/>
          <a:chOff x="0" y="0"/>
          <a:chExt cx="0" cy="0"/>
        </a:xfrm>
      </p:grpSpPr>
      <p:pic>
        <p:nvPicPr>
          <p:cNvPr id="75" name="Google Shape;75;p9"/>
          <p:cNvPicPr preferRelativeResize="0"/>
          <p:nvPr/>
        </p:nvPicPr>
        <p:blipFill>
          <a:blip r:embed="rId2"/>
          <a:stretch>
            <a:fillRect/>
          </a:stretch>
        </p:blipFill>
        <p:spPr>
          <a:xfrm>
            <a:off x="-25" y="0"/>
            <a:ext cx="9144000" cy="5143500"/>
          </a:xfrm>
          <a:prstGeom prst="rect">
            <a:avLst/>
          </a:prstGeom>
          <a:noFill/>
          <a:ln>
            <a:noFill/>
          </a:ln>
        </p:spPr>
      </p:pic>
      <p:sp>
        <p:nvSpPr>
          <p:cNvPr id="76" name="Google Shape;76;p9"/>
          <p:cNvSpPr txBox="1"/>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
        <p:nvSpPr>
          <p:cNvPr id="77" name="Google Shape;77;p9"/>
          <p:cNvSpPr txBox="1"/>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grpSp>
        <p:nvGrpSpPr>
          <p:cNvPr id="78" name="Google Shape;78;p9"/>
          <p:cNvGrpSpPr/>
          <p:nvPr/>
        </p:nvGrpSpPr>
        <p:grpSpPr>
          <a:xfrm>
            <a:off x="-1" y="2100"/>
            <a:ext cx="9144001" cy="5141388"/>
            <a:chOff x="-1" y="2100"/>
            <a:chExt cx="9144001" cy="5141388"/>
          </a:xfrm>
        </p:grpSpPr>
        <p:pic>
          <p:nvPicPr>
            <p:cNvPr id="79" name="Google Shape;79;p9"/>
            <p:cNvPicPr preferRelativeResize="0"/>
            <p:nvPr/>
          </p:nvPicPr>
          <p:blipFill>
            <a:blip r:embed="rId3"/>
            <a:stretch>
              <a:fillRect/>
            </a:stretch>
          </p:blipFill>
          <p:spPr>
            <a:xfrm rot="5400000" flipH="1">
              <a:off x="8171225" y="2100"/>
              <a:ext cx="972775" cy="972775"/>
            </a:xfrm>
            <a:prstGeom prst="rect">
              <a:avLst/>
            </a:prstGeom>
            <a:noFill/>
            <a:ln>
              <a:noFill/>
            </a:ln>
          </p:spPr>
        </p:pic>
        <p:pic>
          <p:nvPicPr>
            <p:cNvPr id="80" name="Google Shape;80;p9"/>
            <p:cNvPicPr preferRelativeResize="0"/>
            <p:nvPr/>
          </p:nvPicPr>
          <p:blipFill>
            <a:blip r:embed="rId4"/>
            <a:stretch>
              <a:fillRect/>
            </a:stretch>
          </p:blipFill>
          <p:spPr>
            <a:xfrm rot="5400000" flipH="1">
              <a:off x="-1" y="4170713"/>
              <a:ext cx="972775" cy="972775"/>
            </a:xfrm>
            <a:prstGeom prst="rect">
              <a:avLst/>
            </a:prstGeom>
            <a:noFill/>
            <a:ln>
              <a:noFill/>
            </a:ln>
          </p:spPr>
        </p:pic>
      </p:grpSp>
      <p:grpSp>
        <p:nvGrpSpPr>
          <p:cNvPr id="81" name="Google Shape;81;p9"/>
          <p:cNvGrpSpPr/>
          <p:nvPr/>
        </p:nvGrpSpPr>
        <p:grpSpPr>
          <a:xfrm rot="10800000">
            <a:off x="0" y="2100"/>
            <a:ext cx="4881173" cy="365700"/>
            <a:chOff x="4261050" y="4610675"/>
            <a:chExt cx="4881173" cy="365700"/>
          </a:xfrm>
        </p:grpSpPr>
        <p:pic>
          <p:nvPicPr>
            <p:cNvPr id="82" name="Google Shape;82;p9"/>
            <p:cNvPicPr preferRelativeResize="0"/>
            <p:nvPr/>
          </p:nvPicPr>
          <p:blipFill>
            <a:blip r:embed="rId5"/>
            <a:stretch>
              <a:fillRect/>
            </a:stretch>
          </p:blipFill>
          <p:spPr>
            <a:xfrm rot="10800000">
              <a:off x="4261050" y="4610675"/>
              <a:ext cx="4881173" cy="365700"/>
            </a:xfrm>
            <a:prstGeom prst="rect">
              <a:avLst/>
            </a:prstGeom>
            <a:noFill/>
            <a:ln>
              <a:noFill/>
            </a:ln>
          </p:spPr>
        </p:pic>
        <p:pic>
          <p:nvPicPr>
            <p:cNvPr id="83" name="Google Shape;83;p9"/>
            <p:cNvPicPr preferRelativeResize="0"/>
            <p:nvPr/>
          </p:nvPicPr>
          <p:blipFill>
            <a:blip r:embed="rId6"/>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84" name="Shape 84"/>
        <p:cNvGrpSpPr/>
        <p:nvPr/>
      </p:nvGrpSpPr>
      <p:grpSpPr>
        <a:xfrm>
          <a:off x="0" y="0"/>
          <a:ext cx="0" cy="0"/>
          <a:chOff x="0" y="0"/>
          <a:chExt cx="0" cy="0"/>
        </a:xfrm>
      </p:grpSpPr>
      <p:sp>
        <p:nvSpPr>
          <p:cNvPr id="85" name="Google Shape;85;p10"/>
          <p:cNvSpPr/>
          <p:nvPr>
            <p:ph type="pic" idx="2"/>
          </p:nvPr>
        </p:nvSpPr>
        <p:spPr>
          <a:xfrm>
            <a:off x="0" y="0"/>
            <a:ext cx="9144000" cy="5143500"/>
          </a:xfrm>
          <a:prstGeom prst="rect">
            <a:avLst/>
          </a:prstGeom>
          <a:noFill/>
          <a:ln>
            <a:noFill/>
          </a:ln>
        </p:spPr>
      </p:sp>
      <p:sp>
        <p:nvSpPr>
          <p:cNvPr id="86" name="Google Shape;86;p10"/>
          <p:cNvSpPr txBox="1"/>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87" name="Shape 87"/>
        <p:cNvGrpSpPr/>
        <p:nvPr/>
      </p:nvGrpSpPr>
      <p:grpSpPr>
        <a:xfrm>
          <a:off x="0" y="0"/>
          <a:ext cx="0" cy="0"/>
          <a:chOff x="0" y="0"/>
          <a:chExt cx="0" cy="0"/>
        </a:xfrm>
      </p:grpSpPr>
      <p:pic>
        <p:nvPicPr>
          <p:cNvPr id="88" name="Google Shape;88;p11"/>
          <p:cNvPicPr preferRelativeResize="0"/>
          <p:nvPr/>
        </p:nvPicPr>
        <p:blipFill>
          <a:blip r:embed="rId2"/>
          <a:stretch>
            <a:fillRect/>
          </a:stretch>
        </p:blipFill>
        <p:spPr>
          <a:xfrm>
            <a:off x="-25" y="0"/>
            <a:ext cx="9144000" cy="5143500"/>
          </a:xfrm>
          <a:prstGeom prst="rect">
            <a:avLst/>
          </a:prstGeom>
          <a:noFill/>
          <a:ln>
            <a:noFill/>
          </a:ln>
        </p:spPr>
      </p:pic>
      <p:sp>
        <p:nvSpPr>
          <p:cNvPr id="89" name="Google Shape;89;p11"/>
          <p:cNvSpPr txBox="1"/>
          <p:nvPr>
            <p:ph type="title" hasCustomPrompt="1"/>
          </p:nvPr>
        </p:nvSpPr>
        <p:spPr>
          <a:xfrm>
            <a:off x="2476500" y="1872450"/>
            <a:ext cx="4191000" cy="10437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0" name="Google Shape;90;p11"/>
          <p:cNvSpPr txBox="1"/>
          <p:nvPr>
            <p:ph type="subTitle" idx="1"/>
          </p:nvPr>
        </p:nvSpPr>
        <p:spPr>
          <a:xfrm>
            <a:off x="2476500" y="2839950"/>
            <a:ext cx="4191000" cy="43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p:txBody>
      </p:sp>
      <p:pic>
        <p:nvPicPr>
          <p:cNvPr id="91" name="Google Shape;91;p11"/>
          <p:cNvPicPr preferRelativeResize="0"/>
          <p:nvPr/>
        </p:nvPicPr>
        <p:blipFill>
          <a:blip r:embed="rId3"/>
          <a:stretch>
            <a:fillRect/>
          </a:stretch>
        </p:blipFill>
        <p:spPr>
          <a:xfrm rot="5400000">
            <a:off x="-170784" y="263618"/>
            <a:ext cx="1768000" cy="1350575"/>
          </a:xfrm>
          <a:prstGeom prst="rect">
            <a:avLst/>
          </a:prstGeom>
          <a:noFill/>
          <a:ln>
            <a:noFill/>
          </a:ln>
        </p:spPr>
      </p:pic>
      <p:grpSp>
        <p:nvGrpSpPr>
          <p:cNvPr id="92" name="Google Shape;92;p11"/>
          <p:cNvGrpSpPr/>
          <p:nvPr/>
        </p:nvGrpSpPr>
        <p:grpSpPr>
          <a:xfrm flipH="1">
            <a:off x="0" y="0"/>
            <a:ext cx="9144000" cy="5158300"/>
            <a:chOff x="0" y="0"/>
            <a:chExt cx="9144000" cy="5158300"/>
          </a:xfrm>
        </p:grpSpPr>
        <p:pic>
          <p:nvPicPr>
            <p:cNvPr id="93" name="Google Shape;93;p11"/>
            <p:cNvPicPr preferRelativeResize="0"/>
            <p:nvPr/>
          </p:nvPicPr>
          <p:blipFill>
            <a:blip r:embed="rId4"/>
            <a:stretch>
              <a:fillRect/>
            </a:stretch>
          </p:blipFill>
          <p:spPr>
            <a:xfrm>
              <a:off x="7892450" y="0"/>
              <a:ext cx="1251550" cy="1251550"/>
            </a:xfrm>
            <a:prstGeom prst="rect">
              <a:avLst/>
            </a:prstGeom>
            <a:noFill/>
            <a:ln>
              <a:noFill/>
            </a:ln>
          </p:spPr>
        </p:pic>
        <p:pic>
          <p:nvPicPr>
            <p:cNvPr id="94" name="Google Shape;94;p11"/>
            <p:cNvPicPr preferRelativeResize="0"/>
            <p:nvPr/>
          </p:nvPicPr>
          <p:blipFill>
            <a:blip r:embed="rId5"/>
            <a:stretch>
              <a:fillRect/>
            </a:stretch>
          </p:blipFill>
          <p:spPr>
            <a:xfrm>
              <a:off x="0" y="3906750"/>
              <a:ext cx="1251550" cy="1251550"/>
            </a:xfrm>
            <a:prstGeom prst="rect">
              <a:avLst/>
            </a:prstGeom>
            <a:noFill/>
            <a:ln>
              <a:noFill/>
            </a:ln>
          </p:spPr>
        </p:pic>
      </p:grpSp>
      <p:grpSp>
        <p:nvGrpSpPr>
          <p:cNvPr id="95" name="Google Shape;95;p11"/>
          <p:cNvGrpSpPr/>
          <p:nvPr/>
        </p:nvGrpSpPr>
        <p:grpSpPr>
          <a:xfrm flipH="1">
            <a:off x="-5031" y="0"/>
            <a:ext cx="9149031" cy="5153900"/>
            <a:chOff x="0" y="0"/>
            <a:chExt cx="9149031" cy="5153900"/>
          </a:xfrm>
        </p:grpSpPr>
        <p:grpSp>
          <p:nvGrpSpPr>
            <p:cNvPr id="96" name="Google Shape;96;p11"/>
            <p:cNvGrpSpPr/>
            <p:nvPr/>
          </p:nvGrpSpPr>
          <p:grpSpPr>
            <a:xfrm>
              <a:off x="2633530" y="4624325"/>
              <a:ext cx="6515501" cy="529575"/>
              <a:chOff x="2633530" y="4624325"/>
              <a:chExt cx="6515501" cy="529575"/>
            </a:xfrm>
          </p:grpSpPr>
          <p:pic>
            <p:nvPicPr>
              <p:cNvPr id="97" name="Google Shape;97;p11"/>
              <p:cNvPicPr preferRelativeResize="0"/>
              <p:nvPr/>
            </p:nvPicPr>
            <p:blipFill>
              <a:blip r:embed="rId6"/>
              <a:stretch>
                <a:fillRect/>
              </a:stretch>
            </p:blipFill>
            <p:spPr>
              <a:xfrm rot="10800000">
                <a:off x="2633530" y="4624325"/>
                <a:ext cx="6515501" cy="529575"/>
              </a:xfrm>
              <a:prstGeom prst="rect">
                <a:avLst/>
              </a:prstGeom>
              <a:noFill/>
              <a:ln>
                <a:noFill/>
              </a:ln>
            </p:spPr>
          </p:pic>
          <p:pic>
            <p:nvPicPr>
              <p:cNvPr id="98" name="Google Shape;98;p11"/>
              <p:cNvPicPr preferRelativeResize="0"/>
              <p:nvPr/>
            </p:nvPicPr>
            <p:blipFill>
              <a:blip r:embed="rId7"/>
              <a:stretch>
                <a:fillRect/>
              </a:stretch>
            </p:blipFill>
            <p:spPr>
              <a:xfrm rot="10800000">
                <a:off x="7300206" y="4854618"/>
                <a:ext cx="1585464" cy="69000"/>
              </a:xfrm>
              <a:prstGeom prst="rect">
                <a:avLst/>
              </a:prstGeom>
              <a:noFill/>
              <a:ln>
                <a:noFill/>
              </a:ln>
            </p:spPr>
          </p:pic>
        </p:grpSp>
        <p:grpSp>
          <p:nvGrpSpPr>
            <p:cNvPr id="99" name="Google Shape;99;p11"/>
            <p:cNvGrpSpPr/>
            <p:nvPr/>
          </p:nvGrpSpPr>
          <p:grpSpPr>
            <a:xfrm>
              <a:off x="0" y="0"/>
              <a:ext cx="6523526" cy="536050"/>
              <a:chOff x="0" y="0"/>
              <a:chExt cx="6523526" cy="536050"/>
            </a:xfrm>
          </p:grpSpPr>
          <p:pic>
            <p:nvPicPr>
              <p:cNvPr id="100" name="Google Shape;100;p11"/>
              <p:cNvPicPr preferRelativeResize="0"/>
              <p:nvPr/>
            </p:nvPicPr>
            <p:blipFill>
              <a:blip r:embed="rId8"/>
              <a:stretch>
                <a:fillRect/>
              </a:stretch>
            </p:blipFill>
            <p:spPr>
              <a:xfrm>
                <a:off x="0" y="0"/>
                <a:ext cx="6523526" cy="536050"/>
              </a:xfrm>
              <a:prstGeom prst="rect">
                <a:avLst/>
              </a:prstGeom>
              <a:noFill/>
              <a:ln>
                <a:noFill/>
              </a:ln>
            </p:spPr>
          </p:pic>
          <p:pic>
            <p:nvPicPr>
              <p:cNvPr id="101" name="Google Shape;101;p11"/>
              <p:cNvPicPr preferRelativeResize="0"/>
              <p:nvPr/>
            </p:nvPicPr>
            <p:blipFill>
              <a:blip r:embed="rId7"/>
              <a:stretch>
                <a:fillRect/>
              </a:stretch>
            </p:blipFill>
            <p:spPr>
              <a:xfrm>
                <a:off x="265125" y="246605"/>
                <a:ext cx="1585464" cy="69000"/>
              </a:xfrm>
              <a:prstGeom prst="rect">
                <a:avLst/>
              </a:prstGeom>
              <a:noFill/>
              <a:ln>
                <a:noFill/>
              </a:ln>
            </p:spPr>
          </p:pic>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02" name="Shape 10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03" name="Shape 103"/>
        <p:cNvGrpSpPr/>
        <p:nvPr/>
      </p:nvGrpSpPr>
      <p:grpSpPr>
        <a:xfrm>
          <a:off x="0" y="0"/>
          <a:ext cx="0" cy="0"/>
          <a:chOff x="0" y="0"/>
          <a:chExt cx="0" cy="0"/>
        </a:xfrm>
      </p:grpSpPr>
      <p:pic>
        <p:nvPicPr>
          <p:cNvPr id="104" name="Google Shape;104;p13"/>
          <p:cNvPicPr preferRelativeResize="0"/>
          <p:nvPr/>
        </p:nvPicPr>
        <p:blipFill>
          <a:blip r:embed="rId2"/>
          <a:stretch>
            <a:fillRect/>
          </a:stretch>
        </p:blipFill>
        <p:spPr>
          <a:xfrm>
            <a:off x="-25" y="0"/>
            <a:ext cx="9144000" cy="5143500"/>
          </a:xfrm>
          <a:prstGeom prst="rect">
            <a:avLst/>
          </a:prstGeom>
          <a:noFill/>
          <a:ln>
            <a:noFill/>
          </a:ln>
        </p:spPr>
      </p:pic>
      <p:sp>
        <p:nvSpPr>
          <p:cNvPr id="105" name="Google Shape;105;p13"/>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 name="Google Shape;106;p13"/>
          <p:cNvSpPr txBox="1"/>
          <p:nvPr>
            <p:ph type="title" idx="2" hasCustomPrompt="1"/>
          </p:nvPr>
        </p:nvSpPr>
        <p:spPr>
          <a:xfrm>
            <a:off x="37592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type="title" idx="3" hasCustomPrompt="1"/>
          </p:nvPr>
        </p:nvSpPr>
        <p:spPr>
          <a:xfrm>
            <a:off x="46900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p:nvPr>
            <p:ph type="title" idx="4" hasCustomPrompt="1"/>
          </p:nvPr>
        </p:nvSpPr>
        <p:spPr>
          <a:xfrm>
            <a:off x="37591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p:nvPr>
            <p:ph type="title" idx="5" hasCustomPrompt="1"/>
          </p:nvPr>
        </p:nvSpPr>
        <p:spPr>
          <a:xfrm>
            <a:off x="46899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p:nvPr>
            <p:ph type="title" idx="6" hasCustomPrompt="1"/>
          </p:nvPr>
        </p:nvSpPr>
        <p:spPr>
          <a:xfrm>
            <a:off x="37592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p:nvPr>
            <p:ph type="title" idx="7" hasCustomPrompt="1"/>
          </p:nvPr>
        </p:nvSpPr>
        <p:spPr>
          <a:xfrm>
            <a:off x="46900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p:nvPr>
            <p:ph type="subTitle" idx="1"/>
          </p:nvPr>
        </p:nvSpPr>
        <p:spPr>
          <a:xfrm>
            <a:off x="1280600" y="1699100"/>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p:txBody>
      </p:sp>
      <p:sp>
        <p:nvSpPr>
          <p:cNvPr id="113" name="Google Shape;113;p13"/>
          <p:cNvSpPr txBox="1"/>
          <p:nvPr>
            <p:ph type="subTitle" idx="8"/>
          </p:nvPr>
        </p:nvSpPr>
        <p:spPr>
          <a:xfrm>
            <a:off x="1280600" y="2781762"/>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p:txBody>
      </p:sp>
      <p:sp>
        <p:nvSpPr>
          <p:cNvPr id="114" name="Google Shape;114;p13"/>
          <p:cNvSpPr txBox="1"/>
          <p:nvPr>
            <p:ph type="subTitle" idx="9"/>
          </p:nvPr>
        </p:nvSpPr>
        <p:spPr>
          <a:xfrm>
            <a:off x="1280600" y="3864423"/>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p:txBody>
      </p:sp>
      <p:sp>
        <p:nvSpPr>
          <p:cNvPr id="115" name="Google Shape;115;p13"/>
          <p:cNvSpPr txBox="1"/>
          <p:nvPr>
            <p:ph type="subTitle" idx="13"/>
          </p:nvPr>
        </p:nvSpPr>
        <p:spPr>
          <a:xfrm>
            <a:off x="5575300" y="1699096"/>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p:txBody>
      </p:sp>
      <p:sp>
        <p:nvSpPr>
          <p:cNvPr id="116" name="Google Shape;116;p13"/>
          <p:cNvSpPr txBox="1"/>
          <p:nvPr>
            <p:ph type="subTitle" idx="14"/>
          </p:nvPr>
        </p:nvSpPr>
        <p:spPr>
          <a:xfrm>
            <a:off x="5575300" y="2781754"/>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p:txBody>
      </p:sp>
      <p:sp>
        <p:nvSpPr>
          <p:cNvPr id="117" name="Google Shape;117;p13"/>
          <p:cNvSpPr txBox="1"/>
          <p:nvPr>
            <p:ph type="subTitle" idx="15"/>
          </p:nvPr>
        </p:nvSpPr>
        <p:spPr>
          <a:xfrm>
            <a:off x="5575300" y="3864413"/>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p:txBody>
      </p:sp>
      <p:grpSp>
        <p:nvGrpSpPr>
          <p:cNvPr id="118" name="Google Shape;118;p13"/>
          <p:cNvGrpSpPr/>
          <p:nvPr/>
        </p:nvGrpSpPr>
        <p:grpSpPr>
          <a:xfrm flipH="1">
            <a:off x="2620475" y="0"/>
            <a:ext cx="6523526" cy="369900"/>
            <a:chOff x="0" y="0"/>
            <a:chExt cx="6523526" cy="369900"/>
          </a:xfrm>
        </p:grpSpPr>
        <p:pic>
          <p:nvPicPr>
            <p:cNvPr id="119" name="Google Shape;119;p13"/>
            <p:cNvPicPr preferRelativeResize="0"/>
            <p:nvPr/>
          </p:nvPicPr>
          <p:blipFill>
            <a:blip r:embed="rId3"/>
            <a:stretch>
              <a:fillRect/>
            </a:stretch>
          </p:blipFill>
          <p:spPr>
            <a:xfrm>
              <a:off x="0" y="0"/>
              <a:ext cx="6523526" cy="369900"/>
            </a:xfrm>
            <a:prstGeom prst="rect">
              <a:avLst/>
            </a:prstGeom>
            <a:noFill/>
            <a:ln>
              <a:noFill/>
            </a:ln>
          </p:spPr>
        </p:pic>
        <p:pic>
          <p:nvPicPr>
            <p:cNvPr id="120" name="Google Shape;120;p13"/>
            <p:cNvPicPr preferRelativeResize="0"/>
            <p:nvPr/>
          </p:nvPicPr>
          <p:blipFill>
            <a:blip r:embed="rId4"/>
            <a:stretch>
              <a:fillRect/>
            </a:stretch>
          </p:blipFill>
          <p:spPr>
            <a:xfrm>
              <a:off x="265125" y="150455"/>
              <a:ext cx="1585464" cy="69000"/>
            </a:xfrm>
            <a:prstGeom prst="rect">
              <a:avLst/>
            </a:prstGeom>
            <a:noFill/>
            <a:ln>
              <a:noFill/>
            </a:ln>
          </p:spPr>
        </p:pic>
      </p:grpSp>
      <p:grpSp>
        <p:nvGrpSpPr>
          <p:cNvPr id="121" name="Google Shape;121;p13"/>
          <p:cNvGrpSpPr/>
          <p:nvPr/>
        </p:nvGrpSpPr>
        <p:grpSpPr>
          <a:xfrm flipH="1">
            <a:off x="0" y="0"/>
            <a:ext cx="9144000" cy="5143512"/>
            <a:chOff x="0" y="0"/>
            <a:chExt cx="9144000" cy="5143512"/>
          </a:xfrm>
        </p:grpSpPr>
        <p:pic>
          <p:nvPicPr>
            <p:cNvPr id="122" name="Google Shape;122;p13"/>
            <p:cNvPicPr preferRelativeResize="0"/>
            <p:nvPr/>
          </p:nvPicPr>
          <p:blipFill>
            <a:blip r:embed="rId5"/>
            <a:stretch>
              <a:fillRect/>
            </a:stretch>
          </p:blipFill>
          <p:spPr>
            <a:xfrm>
              <a:off x="8171225" y="0"/>
              <a:ext cx="972775" cy="972775"/>
            </a:xfrm>
            <a:prstGeom prst="rect">
              <a:avLst/>
            </a:prstGeom>
            <a:noFill/>
            <a:ln>
              <a:noFill/>
            </a:ln>
          </p:spPr>
        </p:pic>
        <p:pic>
          <p:nvPicPr>
            <p:cNvPr id="123" name="Google Shape;123;p13"/>
            <p:cNvPicPr preferRelativeResize="0"/>
            <p:nvPr/>
          </p:nvPicPr>
          <p:blipFill>
            <a:blip r:embed="rId6"/>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24" name="Shape 124"/>
        <p:cNvGrpSpPr/>
        <p:nvPr/>
      </p:nvGrpSpPr>
      <p:grpSpPr>
        <a:xfrm>
          <a:off x="0" y="0"/>
          <a:ext cx="0" cy="0"/>
          <a:chOff x="0" y="0"/>
          <a:chExt cx="0" cy="0"/>
        </a:xfrm>
      </p:grpSpPr>
      <p:pic>
        <p:nvPicPr>
          <p:cNvPr id="125" name="Google Shape;125;p14"/>
          <p:cNvPicPr preferRelativeResize="0"/>
          <p:nvPr/>
        </p:nvPicPr>
        <p:blipFill>
          <a:blip r:embed="rId2"/>
          <a:stretch>
            <a:fillRect/>
          </a:stretch>
        </p:blipFill>
        <p:spPr>
          <a:xfrm>
            <a:off x="-25" y="0"/>
            <a:ext cx="9144000" cy="5143500"/>
          </a:xfrm>
          <a:prstGeom prst="rect">
            <a:avLst/>
          </a:prstGeom>
          <a:noFill/>
          <a:ln>
            <a:noFill/>
          </a:ln>
        </p:spPr>
      </p:pic>
      <p:sp>
        <p:nvSpPr>
          <p:cNvPr id="126" name="Google Shape;126;p14"/>
          <p:cNvSpPr txBox="1"/>
          <p:nvPr>
            <p:ph type="title"/>
          </p:nvPr>
        </p:nvSpPr>
        <p:spPr>
          <a:xfrm>
            <a:off x="3835425" y="801507"/>
            <a:ext cx="4089300" cy="1055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7" name="Google Shape;127;p14"/>
          <p:cNvSpPr txBox="1"/>
          <p:nvPr>
            <p:ph type="subTitle" idx="1"/>
          </p:nvPr>
        </p:nvSpPr>
        <p:spPr>
          <a:xfrm>
            <a:off x="3835425" y="1898175"/>
            <a:ext cx="4089300" cy="213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p:txBody>
      </p:sp>
      <p:pic>
        <p:nvPicPr>
          <p:cNvPr id="128" name="Google Shape;128;p14"/>
          <p:cNvPicPr preferRelativeResize="0"/>
          <p:nvPr/>
        </p:nvPicPr>
        <p:blipFill rotWithShape="1">
          <a:blip r:embed="rId3"/>
          <a:srcRect b="22420"/>
          <a:stretch>
            <a:fillRect/>
          </a:stretch>
        </p:blipFill>
        <p:spPr>
          <a:xfrm rot="5400000">
            <a:off x="-257665" y="461283"/>
            <a:ext cx="1768000" cy="1047800"/>
          </a:xfrm>
          <a:prstGeom prst="rect">
            <a:avLst/>
          </a:prstGeom>
          <a:noFill/>
          <a:ln>
            <a:noFill/>
          </a:ln>
        </p:spPr>
      </p:pic>
      <p:pic>
        <p:nvPicPr>
          <p:cNvPr id="129" name="Google Shape;129;p14"/>
          <p:cNvPicPr preferRelativeResize="0"/>
          <p:nvPr/>
        </p:nvPicPr>
        <p:blipFill>
          <a:blip r:embed="rId4"/>
          <a:stretch>
            <a:fillRect/>
          </a:stretch>
        </p:blipFill>
        <p:spPr>
          <a:xfrm rot="10800000">
            <a:off x="7890675" y="0"/>
            <a:ext cx="1251550" cy="1251550"/>
          </a:xfrm>
          <a:prstGeom prst="rect">
            <a:avLst/>
          </a:prstGeom>
          <a:noFill/>
          <a:ln>
            <a:noFill/>
          </a:ln>
        </p:spPr>
      </p:pic>
      <p:grpSp>
        <p:nvGrpSpPr>
          <p:cNvPr id="130" name="Google Shape;130;p14"/>
          <p:cNvGrpSpPr/>
          <p:nvPr/>
        </p:nvGrpSpPr>
        <p:grpSpPr>
          <a:xfrm>
            <a:off x="3881699" y="4752250"/>
            <a:ext cx="5260526" cy="388025"/>
            <a:chOff x="3881699" y="4752250"/>
            <a:chExt cx="5260526" cy="388025"/>
          </a:xfrm>
        </p:grpSpPr>
        <p:pic>
          <p:nvPicPr>
            <p:cNvPr id="131" name="Google Shape;131;p14"/>
            <p:cNvPicPr preferRelativeResize="0"/>
            <p:nvPr/>
          </p:nvPicPr>
          <p:blipFill>
            <a:blip r:embed="rId5"/>
            <a:stretch>
              <a:fillRect/>
            </a:stretch>
          </p:blipFill>
          <p:spPr>
            <a:xfrm rot="10800000">
              <a:off x="3881699" y="4752250"/>
              <a:ext cx="5260526" cy="388025"/>
            </a:xfrm>
            <a:prstGeom prst="rect">
              <a:avLst/>
            </a:prstGeom>
            <a:noFill/>
            <a:ln>
              <a:noFill/>
            </a:ln>
          </p:spPr>
        </p:pic>
        <p:pic>
          <p:nvPicPr>
            <p:cNvPr id="132" name="Google Shape;132;p14"/>
            <p:cNvPicPr preferRelativeResize="0"/>
            <p:nvPr/>
          </p:nvPicPr>
          <p:blipFill>
            <a:blip r:embed="rId6"/>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ONE_COLUMN_TEXT_1">
    <p:spTree>
      <p:nvGrpSpPr>
        <p:cNvPr id="133" name="Shape 133"/>
        <p:cNvGrpSpPr/>
        <p:nvPr/>
      </p:nvGrpSpPr>
      <p:grpSpPr>
        <a:xfrm>
          <a:off x="0" y="0"/>
          <a:ext cx="0" cy="0"/>
          <a:chOff x="0" y="0"/>
          <a:chExt cx="0" cy="0"/>
        </a:xfrm>
      </p:grpSpPr>
      <p:pic>
        <p:nvPicPr>
          <p:cNvPr id="134" name="Google Shape;134;p15"/>
          <p:cNvPicPr preferRelativeResize="0"/>
          <p:nvPr/>
        </p:nvPicPr>
        <p:blipFill>
          <a:blip r:embed="rId2"/>
          <a:stretch>
            <a:fillRect/>
          </a:stretch>
        </p:blipFill>
        <p:spPr>
          <a:xfrm>
            <a:off x="-25" y="0"/>
            <a:ext cx="9144000" cy="5143500"/>
          </a:xfrm>
          <a:prstGeom prst="rect">
            <a:avLst/>
          </a:prstGeom>
          <a:noFill/>
          <a:ln>
            <a:noFill/>
          </a:ln>
        </p:spPr>
      </p:pic>
      <p:sp>
        <p:nvSpPr>
          <p:cNvPr id="135" name="Google Shape;135;p15"/>
          <p:cNvSpPr txBox="1"/>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6" name="Google Shape;136;p15"/>
          <p:cNvSpPr txBox="1"/>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AutoNum type="arabicPeriod"/>
              <a:defRPr/>
            </a:lvl1pPr>
            <a:lvl2pPr lvl="1" algn="ctr">
              <a:lnSpc>
                <a:spcPct val="100000"/>
              </a:lnSpc>
              <a:spcBef>
                <a:spcPts val="1000"/>
              </a:spcBef>
              <a:spcAft>
                <a:spcPts val="0"/>
              </a:spcAft>
              <a:buClr>
                <a:srgbClr val="E76A28"/>
              </a:buClr>
              <a:buSzPts val="1200"/>
              <a:buFont typeface="Nunito Light"/>
              <a:buAutoNum type="alphaLcPeriod"/>
              <a:defRPr/>
            </a:lvl2pPr>
            <a:lvl3pPr lvl="2" algn="ctr">
              <a:lnSpc>
                <a:spcPct val="100000"/>
              </a:lnSpc>
              <a:spcBef>
                <a:spcPts val="0"/>
              </a:spcBef>
              <a:spcAft>
                <a:spcPts val="0"/>
              </a:spcAft>
              <a:buClr>
                <a:srgbClr val="E76A28"/>
              </a:buClr>
              <a:buSzPts val="1200"/>
              <a:buFont typeface="Nunito Light"/>
              <a:buAutoNum type="romanLcPeriod"/>
              <a:defRPr/>
            </a:lvl3pPr>
            <a:lvl4pPr lvl="3" algn="ctr">
              <a:lnSpc>
                <a:spcPct val="100000"/>
              </a:lnSpc>
              <a:spcBef>
                <a:spcPts val="0"/>
              </a:spcBef>
              <a:spcAft>
                <a:spcPts val="0"/>
              </a:spcAft>
              <a:buClr>
                <a:srgbClr val="E76A28"/>
              </a:buClr>
              <a:buSzPts val="1200"/>
              <a:buFont typeface="Nunito Light"/>
              <a:buAutoNum type="arabicPeriod"/>
              <a:defRPr/>
            </a:lvl4pPr>
            <a:lvl5pPr lvl="4" algn="ctr">
              <a:lnSpc>
                <a:spcPct val="100000"/>
              </a:lnSpc>
              <a:spcBef>
                <a:spcPts val="0"/>
              </a:spcBef>
              <a:spcAft>
                <a:spcPts val="0"/>
              </a:spcAft>
              <a:buClr>
                <a:srgbClr val="E76A28"/>
              </a:buClr>
              <a:buSzPts val="1200"/>
              <a:buFont typeface="Nunito Light"/>
              <a:buAutoNum type="alphaLcPeriod"/>
              <a:defRPr/>
            </a:lvl5pPr>
            <a:lvl6pPr lvl="5" algn="ctr">
              <a:lnSpc>
                <a:spcPct val="100000"/>
              </a:lnSpc>
              <a:spcBef>
                <a:spcPts val="0"/>
              </a:spcBef>
              <a:spcAft>
                <a:spcPts val="0"/>
              </a:spcAft>
              <a:buClr>
                <a:srgbClr val="999999"/>
              </a:buClr>
              <a:buSzPts val="1200"/>
              <a:buFont typeface="Nunito Light"/>
              <a:buAutoNum type="romanLcPeriod"/>
              <a:defRPr/>
            </a:lvl6pPr>
            <a:lvl7pPr lvl="6" algn="ctr">
              <a:lnSpc>
                <a:spcPct val="100000"/>
              </a:lnSpc>
              <a:spcBef>
                <a:spcPts val="0"/>
              </a:spcBef>
              <a:spcAft>
                <a:spcPts val="0"/>
              </a:spcAft>
              <a:buClr>
                <a:srgbClr val="999999"/>
              </a:buClr>
              <a:buSzPts val="1200"/>
              <a:buFont typeface="Nunito Light"/>
              <a:buAutoNum type="arabicPeriod"/>
              <a:defRPr/>
            </a:lvl7pPr>
            <a:lvl8pPr lvl="7" algn="ctr">
              <a:lnSpc>
                <a:spcPct val="100000"/>
              </a:lnSpc>
              <a:spcBef>
                <a:spcPts val="0"/>
              </a:spcBef>
              <a:spcAft>
                <a:spcPts val="0"/>
              </a:spcAft>
              <a:buClr>
                <a:srgbClr val="999999"/>
              </a:buClr>
              <a:buSzPts val="1200"/>
              <a:buFont typeface="Nunito Light"/>
              <a:buAutoNum type="alphaLcPeriod"/>
              <a:defRPr/>
            </a:lvl8pPr>
            <a:lvl9pPr lvl="8" algn="ctr">
              <a:lnSpc>
                <a:spcPct val="100000"/>
              </a:lnSpc>
              <a:spcBef>
                <a:spcPts val="0"/>
              </a:spcBef>
              <a:spcAft>
                <a:spcPts val="0"/>
              </a:spcAft>
              <a:buClr>
                <a:srgbClr val="999999"/>
              </a:buClr>
              <a:buSzPts val="1200"/>
              <a:buFont typeface="Nunito Light"/>
              <a:buAutoNum type="romanLcPeriod"/>
              <a:defRPr/>
            </a:lvl9pPr>
          </a:lstStyle>
          <a:p/>
        </p:txBody>
      </p:sp>
      <p:sp>
        <p:nvSpPr>
          <p:cNvPr id="137" name="Google Shape;137;p15"/>
          <p:cNvSpPr/>
          <p:nvPr>
            <p:ph type="pic" idx="2"/>
          </p:nvPr>
        </p:nvSpPr>
        <p:spPr>
          <a:xfrm>
            <a:off x="5643775" y="539500"/>
            <a:ext cx="2787000" cy="4064400"/>
          </a:xfrm>
          <a:prstGeom prst="round2DiagRect">
            <a:avLst>
              <a:gd name="adj1" fmla="val 16667"/>
              <a:gd name="adj2" fmla="val 0"/>
            </a:avLst>
          </a:prstGeom>
          <a:noFill/>
          <a:ln>
            <a:noFill/>
          </a:ln>
        </p:spPr>
      </p:sp>
      <p:pic>
        <p:nvPicPr>
          <p:cNvPr id="138" name="Google Shape;138;p15"/>
          <p:cNvPicPr preferRelativeResize="0"/>
          <p:nvPr/>
        </p:nvPicPr>
        <p:blipFill>
          <a:blip r:embed="rId3"/>
          <a:stretch>
            <a:fillRect/>
          </a:stretch>
        </p:blipFill>
        <p:spPr>
          <a:xfrm rot="-5400000" flipH="1">
            <a:off x="-25" y="4170725"/>
            <a:ext cx="972775" cy="972775"/>
          </a:xfrm>
          <a:prstGeom prst="rect">
            <a:avLst/>
          </a:prstGeom>
          <a:noFill/>
          <a:ln>
            <a:noFill/>
          </a:ln>
        </p:spPr>
      </p:pic>
      <p:pic>
        <p:nvPicPr>
          <p:cNvPr id="139" name="Google Shape;139;p15"/>
          <p:cNvPicPr preferRelativeResize="0"/>
          <p:nvPr/>
        </p:nvPicPr>
        <p:blipFill rotWithShape="1">
          <a:blip r:embed="rId4"/>
          <a:srcRect t="129" b="129"/>
          <a:stretch>
            <a:fillRect/>
          </a:stretch>
        </p:blipFill>
        <p:spPr>
          <a:xfrm rot="-5400000">
            <a:off x="7509601" y="3503753"/>
            <a:ext cx="1716695" cy="1307947"/>
          </a:xfrm>
          <a:prstGeom prst="rect">
            <a:avLst/>
          </a:prstGeom>
          <a:noFill/>
          <a:ln>
            <a:noFill/>
          </a:ln>
        </p:spPr>
      </p:pic>
      <p:grpSp>
        <p:nvGrpSpPr>
          <p:cNvPr id="140" name="Google Shape;140;p15"/>
          <p:cNvGrpSpPr/>
          <p:nvPr/>
        </p:nvGrpSpPr>
        <p:grpSpPr>
          <a:xfrm>
            <a:off x="0" y="0"/>
            <a:ext cx="5837899" cy="536050"/>
            <a:chOff x="0" y="0"/>
            <a:chExt cx="5837899" cy="536050"/>
          </a:xfrm>
        </p:grpSpPr>
        <p:pic>
          <p:nvPicPr>
            <p:cNvPr id="141" name="Google Shape;141;p15"/>
            <p:cNvPicPr preferRelativeResize="0"/>
            <p:nvPr/>
          </p:nvPicPr>
          <p:blipFill>
            <a:blip r:embed="rId5"/>
            <a:stretch>
              <a:fillRect/>
            </a:stretch>
          </p:blipFill>
          <p:spPr>
            <a:xfrm>
              <a:off x="0" y="0"/>
              <a:ext cx="5837899" cy="536050"/>
            </a:xfrm>
            <a:prstGeom prst="rect">
              <a:avLst/>
            </a:prstGeom>
            <a:noFill/>
            <a:ln>
              <a:noFill/>
            </a:ln>
          </p:spPr>
        </p:pic>
        <p:pic>
          <p:nvPicPr>
            <p:cNvPr id="142" name="Google Shape;142;p15"/>
            <p:cNvPicPr preferRelativeResize="0"/>
            <p:nvPr/>
          </p:nvPicPr>
          <p:blipFill>
            <a:blip r:embed="rId6"/>
            <a:stretch>
              <a:fillRect/>
            </a:stretch>
          </p:blipFill>
          <p:spPr>
            <a:xfrm>
              <a:off x="265125" y="246605"/>
              <a:ext cx="1585464" cy="69000"/>
            </a:xfrm>
            <a:prstGeom prst="rect">
              <a:avLst/>
            </a:prstGeom>
            <a:noFill/>
            <a:ln>
              <a:noFill/>
            </a:ln>
          </p:spPr>
        </p:pic>
      </p:grpSp>
      <p:sp>
        <p:nvSpPr>
          <p:cNvPr id="143" name="Google Shape;143;p15"/>
          <p:cNvSpPr txBox="1"/>
          <p:nvPr>
            <p:ph type="subTitle" idx="3"/>
          </p:nvPr>
        </p:nvSpPr>
        <p:spPr>
          <a:xfrm>
            <a:off x="713225" y="2109675"/>
            <a:ext cx="4294800" cy="2503500"/>
          </a:xfrm>
          <a:prstGeom prst="rect">
            <a:avLst/>
          </a:prstGeom>
        </p:spPr>
        <p:txBody>
          <a:bodyPr spcFirstLastPara="1" wrap="square" lIns="91425" tIns="91425" rIns="91425" bIns="91425" anchor="t" anchorCtr="0">
            <a:noAutofit/>
          </a:bodyPr>
          <a:lstStyle>
            <a:lvl1pPr lvl="0">
              <a:spcBef>
                <a:spcPts val="0"/>
              </a:spcBef>
              <a:spcAft>
                <a:spcPts val="0"/>
              </a:spcAft>
              <a:buSzPts val="1200"/>
              <a:buAutoNum type="arabicPeriod"/>
              <a:defRPr/>
            </a:lvl1pPr>
            <a:lvl2pPr lvl="1">
              <a:spcBef>
                <a:spcPts val="1000"/>
              </a:spcBef>
              <a:spcAft>
                <a:spcPts val="0"/>
              </a:spcAft>
              <a:buClr>
                <a:srgbClr val="E76A28"/>
              </a:buClr>
              <a:buSzPts val="1200"/>
              <a:buFont typeface="Nunito Light"/>
              <a:buAutoNum type="alphaLcPeriod"/>
              <a:defRPr/>
            </a:lvl2pPr>
            <a:lvl3pPr lvl="2">
              <a:spcBef>
                <a:spcPts val="0"/>
              </a:spcBef>
              <a:spcAft>
                <a:spcPts val="0"/>
              </a:spcAft>
              <a:buClr>
                <a:srgbClr val="E76A28"/>
              </a:buClr>
              <a:buSzPts val="1200"/>
              <a:buFont typeface="Nunito Light"/>
              <a:buAutoNum type="romanLcPeriod"/>
              <a:defRPr/>
            </a:lvl3pPr>
            <a:lvl4pPr lvl="3">
              <a:spcBef>
                <a:spcPts val="0"/>
              </a:spcBef>
              <a:spcAft>
                <a:spcPts val="0"/>
              </a:spcAft>
              <a:buClr>
                <a:srgbClr val="E76A28"/>
              </a:buClr>
              <a:buSzPts val="1200"/>
              <a:buFont typeface="Nunito Light"/>
              <a:buAutoNum type="arabicPeriod"/>
              <a:defRPr/>
            </a:lvl4pPr>
            <a:lvl5pPr lvl="4">
              <a:spcBef>
                <a:spcPts val="0"/>
              </a:spcBef>
              <a:spcAft>
                <a:spcPts val="0"/>
              </a:spcAft>
              <a:buClr>
                <a:srgbClr val="E76A28"/>
              </a:buClr>
              <a:buSzPts val="1200"/>
              <a:buFont typeface="Nunito Light"/>
              <a:buAutoNum type="alphaLcPeriod"/>
              <a:defRPr/>
            </a:lvl5pPr>
            <a:lvl6pPr lvl="5">
              <a:spcBef>
                <a:spcPts val="0"/>
              </a:spcBef>
              <a:spcAft>
                <a:spcPts val="0"/>
              </a:spcAft>
              <a:buClr>
                <a:srgbClr val="999999"/>
              </a:buClr>
              <a:buSzPts val="1200"/>
              <a:buFont typeface="Nunito Light"/>
              <a:buAutoNum type="romanLcPeriod"/>
              <a:defRPr/>
            </a:lvl6pPr>
            <a:lvl7pPr lvl="6">
              <a:spcBef>
                <a:spcPts val="0"/>
              </a:spcBef>
              <a:spcAft>
                <a:spcPts val="0"/>
              </a:spcAft>
              <a:buClr>
                <a:srgbClr val="999999"/>
              </a:buClr>
              <a:buSzPts val="1200"/>
              <a:buFont typeface="Nunito Light"/>
              <a:buAutoNum type="arabicPeriod"/>
              <a:defRPr/>
            </a:lvl7pPr>
            <a:lvl8pPr lvl="7">
              <a:spcBef>
                <a:spcPts val="0"/>
              </a:spcBef>
              <a:spcAft>
                <a:spcPts val="0"/>
              </a:spcAft>
              <a:buClr>
                <a:srgbClr val="999999"/>
              </a:buClr>
              <a:buSzPts val="1200"/>
              <a:buFont typeface="Nunito Light"/>
              <a:buAutoNum type="alphaLcPeriod"/>
              <a:defRPr/>
            </a:lvl8pPr>
            <a:lvl9pPr lvl="8">
              <a:spcBef>
                <a:spcPts val="0"/>
              </a:spcBef>
              <a:spcAft>
                <a:spcPts val="0"/>
              </a:spcAft>
              <a:buClr>
                <a:srgbClr val="999999"/>
              </a:buClr>
              <a:buSzPts val="1200"/>
              <a:buFont typeface="Nunito Light"/>
              <a:buAutoNum type="romanLcPerio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44" name="Shape 144"/>
        <p:cNvGrpSpPr/>
        <p:nvPr/>
      </p:nvGrpSpPr>
      <p:grpSpPr>
        <a:xfrm>
          <a:off x="0" y="0"/>
          <a:ext cx="0" cy="0"/>
          <a:chOff x="0" y="0"/>
          <a:chExt cx="0" cy="0"/>
        </a:xfrm>
      </p:grpSpPr>
      <p:pic>
        <p:nvPicPr>
          <p:cNvPr id="145" name="Google Shape;145;p16"/>
          <p:cNvPicPr preferRelativeResize="0"/>
          <p:nvPr/>
        </p:nvPicPr>
        <p:blipFill>
          <a:blip r:embed="rId2"/>
          <a:stretch>
            <a:fillRect/>
          </a:stretch>
        </p:blipFill>
        <p:spPr>
          <a:xfrm>
            <a:off x="-25" y="0"/>
            <a:ext cx="9144000" cy="5143500"/>
          </a:xfrm>
          <a:prstGeom prst="rect">
            <a:avLst/>
          </a:prstGeom>
          <a:noFill/>
          <a:ln>
            <a:noFill/>
          </a:ln>
        </p:spPr>
      </p:pic>
      <p:sp>
        <p:nvSpPr>
          <p:cNvPr id="146" name="Google Shape;146;p16"/>
          <p:cNvSpPr txBox="1"/>
          <p:nvPr>
            <p:ph type="title"/>
          </p:nvPr>
        </p:nvSpPr>
        <p:spPr>
          <a:xfrm>
            <a:off x="6001375" y="539500"/>
            <a:ext cx="2429400" cy="1078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7" name="Google Shape;147;p16"/>
          <p:cNvSpPr txBox="1"/>
          <p:nvPr>
            <p:ph type="subTitle" idx="1"/>
          </p:nvPr>
        </p:nvSpPr>
        <p:spPr>
          <a:xfrm>
            <a:off x="6001375" y="1515400"/>
            <a:ext cx="2429400" cy="123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48" name="Google Shape;148;p16"/>
          <p:cNvSpPr/>
          <p:nvPr>
            <p:ph type="pic" idx="2"/>
          </p:nvPr>
        </p:nvSpPr>
        <p:spPr>
          <a:xfrm>
            <a:off x="713225" y="539500"/>
            <a:ext cx="2801100" cy="4064700"/>
          </a:xfrm>
          <a:prstGeom prst="round2DiagRect">
            <a:avLst>
              <a:gd name="adj1" fmla="val 16667"/>
              <a:gd name="adj2" fmla="val 0"/>
            </a:avLst>
          </a:prstGeom>
          <a:noFill/>
          <a:ln>
            <a:noFill/>
          </a:ln>
        </p:spPr>
      </p:sp>
      <p:sp>
        <p:nvSpPr>
          <p:cNvPr id="149" name="Google Shape;149;p16"/>
          <p:cNvSpPr/>
          <p:nvPr>
            <p:ph type="pic" idx="3"/>
          </p:nvPr>
        </p:nvSpPr>
        <p:spPr>
          <a:xfrm>
            <a:off x="3595575" y="539500"/>
            <a:ext cx="2191200" cy="2328300"/>
          </a:xfrm>
          <a:prstGeom prst="round2DiagRect">
            <a:avLst>
              <a:gd name="adj1" fmla="val 16667"/>
              <a:gd name="adj2" fmla="val 0"/>
            </a:avLst>
          </a:prstGeom>
          <a:noFill/>
          <a:ln>
            <a:noFill/>
          </a:ln>
        </p:spPr>
      </p:sp>
      <p:sp>
        <p:nvSpPr>
          <p:cNvPr id="150" name="Google Shape;150;p16"/>
          <p:cNvSpPr/>
          <p:nvPr>
            <p:ph type="pic" idx="4"/>
          </p:nvPr>
        </p:nvSpPr>
        <p:spPr>
          <a:xfrm>
            <a:off x="3595575" y="2953775"/>
            <a:ext cx="4835100" cy="1650300"/>
          </a:xfrm>
          <a:prstGeom prst="round2DiagRect">
            <a:avLst>
              <a:gd name="adj1" fmla="val 16667"/>
              <a:gd name="adj2" fmla="val 0"/>
            </a:avLst>
          </a:prstGeom>
          <a:noFill/>
          <a:ln>
            <a:noFill/>
          </a:ln>
        </p:spPr>
      </p:sp>
      <p:pic>
        <p:nvPicPr>
          <p:cNvPr id="151" name="Google Shape;151;p16"/>
          <p:cNvPicPr preferRelativeResize="0"/>
          <p:nvPr/>
        </p:nvPicPr>
        <p:blipFill rotWithShape="1">
          <a:blip r:embed="rId3"/>
          <a:srcRect l="73637" t="129" b="129"/>
          <a:stretch>
            <a:fillRect/>
          </a:stretch>
        </p:blipFill>
        <p:spPr>
          <a:xfrm>
            <a:off x="10239" y="3372450"/>
            <a:ext cx="452574" cy="1307951"/>
          </a:xfrm>
          <a:prstGeom prst="rect">
            <a:avLst/>
          </a:prstGeom>
          <a:noFill/>
          <a:ln>
            <a:noFill/>
          </a:ln>
        </p:spPr>
      </p:pic>
      <p:grpSp>
        <p:nvGrpSpPr>
          <p:cNvPr id="152" name="Google Shape;152;p16"/>
          <p:cNvGrpSpPr/>
          <p:nvPr/>
        </p:nvGrpSpPr>
        <p:grpSpPr>
          <a:xfrm>
            <a:off x="-1" y="2100"/>
            <a:ext cx="9144001" cy="5141388"/>
            <a:chOff x="-1" y="2100"/>
            <a:chExt cx="9144001" cy="5141388"/>
          </a:xfrm>
        </p:grpSpPr>
        <p:pic>
          <p:nvPicPr>
            <p:cNvPr id="153" name="Google Shape;153;p16"/>
            <p:cNvPicPr preferRelativeResize="0"/>
            <p:nvPr/>
          </p:nvPicPr>
          <p:blipFill>
            <a:blip r:embed="rId4"/>
            <a:stretch>
              <a:fillRect/>
            </a:stretch>
          </p:blipFill>
          <p:spPr>
            <a:xfrm rot="5400000" flipH="1">
              <a:off x="8171225" y="2100"/>
              <a:ext cx="972775" cy="972775"/>
            </a:xfrm>
            <a:prstGeom prst="rect">
              <a:avLst/>
            </a:prstGeom>
            <a:noFill/>
            <a:ln>
              <a:noFill/>
            </a:ln>
          </p:spPr>
        </p:pic>
        <p:pic>
          <p:nvPicPr>
            <p:cNvPr id="154" name="Google Shape;154;p16"/>
            <p:cNvPicPr preferRelativeResize="0"/>
            <p:nvPr/>
          </p:nvPicPr>
          <p:blipFill>
            <a:blip r:embed="rId5"/>
            <a:stretch>
              <a:fillRect/>
            </a:stretch>
          </p:blipFill>
          <p:spPr>
            <a:xfrm rot="5400000" flipH="1">
              <a:off x="-1" y="4170713"/>
              <a:ext cx="972775" cy="972775"/>
            </a:xfrm>
            <a:prstGeom prst="rect">
              <a:avLst/>
            </a:prstGeom>
            <a:noFill/>
            <a:ln>
              <a:noFill/>
            </a:ln>
          </p:spPr>
        </p:pic>
      </p:grpSp>
      <p:grpSp>
        <p:nvGrpSpPr>
          <p:cNvPr id="155" name="Google Shape;155;p16"/>
          <p:cNvGrpSpPr/>
          <p:nvPr/>
        </p:nvGrpSpPr>
        <p:grpSpPr>
          <a:xfrm>
            <a:off x="5356527" y="4752250"/>
            <a:ext cx="3785698" cy="388025"/>
            <a:chOff x="5356527" y="4752250"/>
            <a:chExt cx="3785698" cy="388025"/>
          </a:xfrm>
        </p:grpSpPr>
        <p:pic>
          <p:nvPicPr>
            <p:cNvPr id="156" name="Google Shape;156;p16"/>
            <p:cNvPicPr preferRelativeResize="0"/>
            <p:nvPr/>
          </p:nvPicPr>
          <p:blipFill>
            <a:blip r:embed="rId6"/>
            <a:stretch>
              <a:fillRect/>
            </a:stretch>
          </p:blipFill>
          <p:spPr>
            <a:xfrm rot="10800000">
              <a:off x="5356527" y="4752250"/>
              <a:ext cx="3785698" cy="388025"/>
            </a:xfrm>
            <a:prstGeom prst="rect">
              <a:avLst/>
            </a:prstGeom>
            <a:noFill/>
            <a:ln>
              <a:noFill/>
            </a:ln>
          </p:spPr>
        </p:pic>
        <p:pic>
          <p:nvPicPr>
            <p:cNvPr id="157" name="Google Shape;157;p16"/>
            <p:cNvPicPr preferRelativeResize="0"/>
            <p:nvPr/>
          </p:nvPicPr>
          <p:blipFill>
            <a:blip r:embed="rId7"/>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_AND_BODY_1">
    <p:spTree>
      <p:nvGrpSpPr>
        <p:cNvPr id="158" name="Shape 158"/>
        <p:cNvGrpSpPr/>
        <p:nvPr/>
      </p:nvGrpSpPr>
      <p:grpSpPr>
        <a:xfrm>
          <a:off x="0" y="0"/>
          <a:ext cx="0" cy="0"/>
          <a:chOff x="0" y="0"/>
          <a:chExt cx="0" cy="0"/>
        </a:xfrm>
      </p:grpSpPr>
      <p:pic>
        <p:nvPicPr>
          <p:cNvPr id="159" name="Google Shape;159;p17"/>
          <p:cNvPicPr preferRelativeResize="0"/>
          <p:nvPr/>
        </p:nvPicPr>
        <p:blipFill>
          <a:blip r:embed="rId2"/>
          <a:stretch>
            <a:fillRect/>
          </a:stretch>
        </p:blipFill>
        <p:spPr>
          <a:xfrm>
            <a:off x="-25" y="0"/>
            <a:ext cx="9144000" cy="5143500"/>
          </a:xfrm>
          <a:prstGeom prst="rect">
            <a:avLst/>
          </a:prstGeom>
          <a:noFill/>
          <a:ln>
            <a:noFill/>
          </a:ln>
        </p:spPr>
      </p:pic>
      <p:sp>
        <p:nvSpPr>
          <p:cNvPr id="160" name="Google Shape;160;p17"/>
          <p:cNvSpPr txBox="1"/>
          <p:nvPr>
            <p:ph type="title"/>
          </p:nvPr>
        </p:nvSpPr>
        <p:spPr>
          <a:xfrm>
            <a:off x="720000" y="640080"/>
            <a:ext cx="3234900" cy="11118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1" name="Google Shape;161;p17"/>
          <p:cNvSpPr txBox="1"/>
          <p:nvPr>
            <p:ph type="body" idx="1"/>
          </p:nvPr>
        </p:nvSpPr>
        <p:spPr>
          <a:xfrm>
            <a:off x="720000" y="2101875"/>
            <a:ext cx="3234900" cy="1249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10">
    <p:spTree>
      <p:nvGrpSpPr>
        <p:cNvPr id="162" name="Shape 162"/>
        <p:cNvGrpSpPr/>
        <p:nvPr/>
      </p:nvGrpSpPr>
      <p:grpSpPr>
        <a:xfrm>
          <a:off x="0" y="0"/>
          <a:ext cx="0" cy="0"/>
          <a:chOff x="0" y="0"/>
          <a:chExt cx="0" cy="0"/>
        </a:xfrm>
      </p:grpSpPr>
      <p:pic>
        <p:nvPicPr>
          <p:cNvPr id="163" name="Google Shape;163;p18"/>
          <p:cNvPicPr preferRelativeResize="0"/>
          <p:nvPr/>
        </p:nvPicPr>
        <p:blipFill>
          <a:blip r:embed="rId2"/>
          <a:stretch>
            <a:fillRect/>
          </a:stretch>
        </p:blipFill>
        <p:spPr>
          <a:xfrm>
            <a:off x="-25" y="0"/>
            <a:ext cx="9144000" cy="5143500"/>
          </a:xfrm>
          <a:prstGeom prst="rect">
            <a:avLst/>
          </a:prstGeom>
          <a:noFill/>
          <a:ln>
            <a:noFill/>
          </a:ln>
        </p:spPr>
      </p:pic>
      <p:sp>
        <p:nvSpPr>
          <p:cNvPr id="164" name="Google Shape;164;p18"/>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65" name="Google Shape;165;p18"/>
          <p:cNvGrpSpPr/>
          <p:nvPr/>
        </p:nvGrpSpPr>
        <p:grpSpPr>
          <a:xfrm flipH="1">
            <a:off x="2620475" y="0"/>
            <a:ext cx="6523526" cy="369900"/>
            <a:chOff x="0" y="0"/>
            <a:chExt cx="6523526" cy="369900"/>
          </a:xfrm>
        </p:grpSpPr>
        <p:pic>
          <p:nvPicPr>
            <p:cNvPr id="166" name="Google Shape;166;p18"/>
            <p:cNvPicPr preferRelativeResize="0"/>
            <p:nvPr/>
          </p:nvPicPr>
          <p:blipFill>
            <a:blip r:embed="rId3"/>
            <a:stretch>
              <a:fillRect/>
            </a:stretch>
          </p:blipFill>
          <p:spPr>
            <a:xfrm>
              <a:off x="0" y="0"/>
              <a:ext cx="6523526" cy="369900"/>
            </a:xfrm>
            <a:prstGeom prst="rect">
              <a:avLst/>
            </a:prstGeom>
            <a:noFill/>
            <a:ln>
              <a:noFill/>
            </a:ln>
          </p:spPr>
        </p:pic>
        <p:pic>
          <p:nvPicPr>
            <p:cNvPr id="167" name="Google Shape;167;p18"/>
            <p:cNvPicPr preferRelativeResize="0"/>
            <p:nvPr/>
          </p:nvPicPr>
          <p:blipFill>
            <a:blip r:embed="rId4"/>
            <a:stretch>
              <a:fillRect/>
            </a:stretch>
          </p:blipFill>
          <p:spPr>
            <a:xfrm>
              <a:off x="265125" y="150455"/>
              <a:ext cx="1585464" cy="69000"/>
            </a:xfrm>
            <a:prstGeom prst="rect">
              <a:avLst/>
            </a:prstGeom>
            <a:noFill/>
            <a:ln>
              <a:noFill/>
            </a:ln>
          </p:spPr>
        </p:pic>
      </p:grpSp>
      <p:grpSp>
        <p:nvGrpSpPr>
          <p:cNvPr id="168" name="Google Shape;168;p18"/>
          <p:cNvGrpSpPr/>
          <p:nvPr/>
        </p:nvGrpSpPr>
        <p:grpSpPr>
          <a:xfrm flipH="1">
            <a:off x="0" y="0"/>
            <a:ext cx="9144000" cy="5143512"/>
            <a:chOff x="0" y="0"/>
            <a:chExt cx="9144000" cy="5143512"/>
          </a:xfrm>
        </p:grpSpPr>
        <p:pic>
          <p:nvPicPr>
            <p:cNvPr id="169" name="Google Shape;169;p18"/>
            <p:cNvPicPr preferRelativeResize="0"/>
            <p:nvPr/>
          </p:nvPicPr>
          <p:blipFill>
            <a:blip r:embed="rId5"/>
            <a:stretch>
              <a:fillRect/>
            </a:stretch>
          </p:blipFill>
          <p:spPr>
            <a:xfrm>
              <a:off x="8171225" y="0"/>
              <a:ext cx="972775" cy="972775"/>
            </a:xfrm>
            <a:prstGeom prst="rect">
              <a:avLst/>
            </a:prstGeom>
            <a:noFill/>
            <a:ln>
              <a:noFill/>
            </a:ln>
          </p:spPr>
        </p:pic>
        <p:pic>
          <p:nvPicPr>
            <p:cNvPr id="170" name="Google Shape;170;p18"/>
            <p:cNvPicPr preferRelativeResize="0"/>
            <p:nvPr/>
          </p:nvPicPr>
          <p:blipFill>
            <a:blip r:embed="rId6"/>
            <a:stretch>
              <a:fillRect/>
            </a:stretch>
          </p:blipFill>
          <p:spPr>
            <a:xfrm>
              <a:off x="0" y="4170737"/>
              <a:ext cx="972775" cy="972775"/>
            </a:xfrm>
            <a:prstGeom prst="rect">
              <a:avLst/>
            </a:prstGeom>
            <a:noFill/>
            <a:ln>
              <a:noFill/>
            </a:ln>
          </p:spPr>
        </p:pic>
      </p:grpSp>
      <p:sp>
        <p:nvSpPr>
          <p:cNvPr id="171" name="Google Shape;171;p18"/>
          <p:cNvSpPr txBox="1"/>
          <p:nvPr>
            <p:ph type="body" idx="1"/>
          </p:nvPr>
        </p:nvSpPr>
        <p:spPr>
          <a:xfrm>
            <a:off x="2145600" y="2101875"/>
            <a:ext cx="4852800" cy="17631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Font typeface="Nunito Light"/>
              <a:buChar char="●"/>
              <a:defRPr/>
            </a:lvl1pPr>
            <a:lvl2pPr marL="914400" lvl="1" indent="-304800">
              <a:lnSpc>
                <a:spcPct val="100000"/>
              </a:lnSpc>
              <a:spcBef>
                <a:spcPts val="0"/>
              </a:spcBef>
              <a:spcAft>
                <a:spcPts val="0"/>
              </a:spcAft>
              <a:buSzPts val="1200"/>
              <a:buFont typeface="Nunito Light"/>
              <a:buChar char="○"/>
              <a:defRPr/>
            </a:lvl2pPr>
            <a:lvl3pPr marL="1371600" lvl="2" indent="-304800">
              <a:lnSpc>
                <a:spcPct val="100000"/>
              </a:lnSpc>
              <a:spcBef>
                <a:spcPts val="0"/>
              </a:spcBef>
              <a:spcAft>
                <a:spcPts val="0"/>
              </a:spcAft>
              <a:buSzPts val="1200"/>
              <a:buFont typeface="Nunito Light"/>
              <a:buChar char="■"/>
              <a:defRPr/>
            </a:lvl3pPr>
            <a:lvl4pPr marL="1828800" lvl="3" indent="-304800">
              <a:lnSpc>
                <a:spcPct val="100000"/>
              </a:lnSpc>
              <a:spcBef>
                <a:spcPts val="0"/>
              </a:spcBef>
              <a:spcAft>
                <a:spcPts val="0"/>
              </a:spcAft>
              <a:buSzPts val="1200"/>
              <a:buFont typeface="Nunito Light"/>
              <a:buChar char="●"/>
              <a:defRPr/>
            </a:lvl4pPr>
            <a:lvl5pPr marL="2286000" lvl="4" indent="-304800">
              <a:lnSpc>
                <a:spcPct val="100000"/>
              </a:lnSpc>
              <a:spcBef>
                <a:spcPts val="0"/>
              </a:spcBef>
              <a:spcAft>
                <a:spcPts val="0"/>
              </a:spcAft>
              <a:buSzPts val="1200"/>
              <a:buFont typeface="Nunito Light"/>
              <a:buChar char="○"/>
              <a:defRPr/>
            </a:lvl5pPr>
            <a:lvl6pPr marL="2743200" lvl="5" indent="-304800">
              <a:lnSpc>
                <a:spcPct val="100000"/>
              </a:lnSpc>
              <a:spcBef>
                <a:spcPts val="0"/>
              </a:spcBef>
              <a:spcAft>
                <a:spcPts val="0"/>
              </a:spcAft>
              <a:buSzPts val="1200"/>
              <a:buFont typeface="Nunito Light"/>
              <a:buChar char="■"/>
              <a:defRPr/>
            </a:lvl6pPr>
            <a:lvl7pPr marL="3200400" lvl="6" indent="-304800">
              <a:lnSpc>
                <a:spcPct val="100000"/>
              </a:lnSpc>
              <a:spcBef>
                <a:spcPts val="0"/>
              </a:spcBef>
              <a:spcAft>
                <a:spcPts val="0"/>
              </a:spcAft>
              <a:buSzPts val="1200"/>
              <a:buFont typeface="Nunito Light"/>
              <a:buChar char="●"/>
              <a:defRPr/>
            </a:lvl7pPr>
            <a:lvl8pPr marL="3657600" lvl="7" indent="-304800">
              <a:lnSpc>
                <a:spcPct val="100000"/>
              </a:lnSpc>
              <a:spcBef>
                <a:spcPts val="0"/>
              </a:spcBef>
              <a:spcAft>
                <a:spcPts val="0"/>
              </a:spcAft>
              <a:buSzPts val="1200"/>
              <a:buFont typeface="Nunito Light"/>
              <a:buChar char="○"/>
              <a:defRPr/>
            </a:lvl8pPr>
            <a:lvl9pPr marL="4114800" lvl="8" indent="-304800">
              <a:lnSpc>
                <a:spcPct val="100000"/>
              </a:lnSpc>
              <a:spcBef>
                <a:spcPts val="0"/>
              </a:spcBef>
              <a:spcAft>
                <a:spcPts val="0"/>
              </a:spcAft>
              <a:buSzPts val="1200"/>
              <a:buFont typeface="Nunito Light"/>
              <a:buChar char="■"/>
              <a:defRPr/>
            </a:lvl9pPr>
          </a:lstStyle>
          <a:p/>
        </p:txBody>
      </p:sp>
      <p:sp>
        <p:nvSpPr>
          <p:cNvPr id="172" name="Google Shape;172;p18"/>
          <p:cNvSpPr txBox="1"/>
          <p:nvPr>
            <p:ph type="subTitle" idx="2"/>
          </p:nvPr>
        </p:nvSpPr>
        <p:spPr>
          <a:xfrm>
            <a:off x="2145600" y="2101150"/>
            <a:ext cx="4852800" cy="1763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73" name="Shape 173"/>
        <p:cNvGrpSpPr/>
        <p:nvPr/>
      </p:nvGrpSpPr>
      <p:grpSpPr>
        <a:xfrm>
          <a:off x="0" y="0"/>
          <a:ext cx="0" cy="0"/>
          <a:chOff x="0" y="0"/>
          <a:chExt cx="0" cy="0"/>
        </a:xfrm>
      </p:grpSpPr>
      <p:pic>
        <p:nvPicPr>
          <p:cNvPr id="174" name="Google Shape;174;p19"/>
          <p:cNvPicPr preferRelativeResize="0"/>
          <p:nvPr/>
        </p:nvPicPr>
        <p:blipFill>
          <a:blip r:embed="rId2"/>
          <a:stretch>
            <a:fillRect/>
          </a:stretch>
        </p:blipFill>
        <p:spPr>
          <a:xfrm>
            <a:off x="-25" y="0"/>
            <a:ext cx="9144000" cy="5143500"/>
          </a:xfrm>
          <a:prstGeom prst="rect">
            <a:avLst/>
          </a:prstGeom>
          <a:noFill/>
          <a:ln>
            <a:noFill/>
          </a:ln>
        </p:spPr>
      </p:pic>
      <p:sp>
        <p:nvSpPr>
          <p:cNvPr id="175" name="Google Shape;175;p19"/>
          <p:cNvSpPr txBox="1"/>
          <p:nvPr>
            <p:ph type="title"/>
          </p:nvPr>
        </p:nvSpPr>
        <p:spPr>
          <a:xfrm>
            <a:off x="720000" y="538492"/>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19"/>
          <p:cNvSpPr txBox="1"/>
          <p:nvPr>
            <p:ph type="subTitle" idx="1"/>
          </p:nvPr>
        </p:nvSpPr>
        <p:spPr>
          <a:xfrm>
            <a:off x="709750"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77" name="Google Shape;177;p19"/>
          <p:cNvSpPr txBox="1"/>
          <p:nvPr>
            <p:ph type="subTitle" idx="2"/>
          </p:nvPr>
        </p:nvSpPr>
        <p:spPr>
          <a:xfrm>
            <a:off x="3457413"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78" name="Google Shape;178;p19"/>
          <p:cNvSpPr txBox="1"/>
          <p:nvPr>
            <p:ph type="subTitle" idx="3"/>
          </p:nvPr>
        </p:nvSpPr>
        <p:spPr>
          <a:xfrm>
            <a:off x="6205076" y="2636600"/>
            <a:ext cx="2225700" cy="196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79" name="Google Shape;179;p19"/>
          <p:cNvSpPr txBox="1"/>
          <p:nvPr>
            <p:ph type="subTitle" idx="4"/>
          </p:nvPr>
        </p:nvSpPr>
        <p:spPr>
          <a:xfrm>
            <a:off x="709758"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180" name="Google Shape;180;p19"/>
          <p:cNvSpPr txBox="1"/>
          <p:nvPr>
            <p:ph type="subTitle" idx="5"/>
          </p:nvPr>
        </p:nvSpPr>
        <p:spPr>
          <a:xfrm>
            <a:off x="3459159"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181" name="Google Shape;181;p19"/>
          <p:cNvSpPr txBox="1"/>
          <p:nvPr>
            <p:ph type="subTitle" idx="6"/>
          </p:nvPr>
        </p:nvSpPr>
        <p:spPr>
          <a:xfrm>
            <a:off x="6205085" y="2073291"/>
            <a:ext cx="22257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pic>
        <p:nvPicPr>
          <p:cNvPr id="182" name="Google Shape;182;p19"/>
          <p:cNvPicPr preferRelativeResize="0"/>
          <p:nvPr/>
        </p:nvPicPr>
        <p:blipFill>
          <a:blip r:embed="rId3"/>
          <a:stretch>
            <a:fillRect/>
          </a:stretch>
        </p:blipFill>
        <p:spPr>
          <a:xfrm rot="5400000">
            <a:off x="8171200" y="4170725"/>
            <a:ext cx="972775" cy="972775"/>
          </a:xfrm>
          <a:prstGeom prst="rect">
            <a:avLst/>
          </a:prstGeom>
          <a:noFill/>
          <a:ln>
            <a:noFill/>
          </a:ln>
        </p:spPr>
      </p:pic>
      <p:grpSp>
        <p:nvGrpSpPr>
          <p:cNvPr id="183" name="Google Shape;183;p19"/>
          <p:cNvGrpSpPr/>
          <p:nvPr/>
        </p:nvGrpSpPr>
        <p:grpSpPr>
          <a:xfrm flipH="1">
            <a:off x="2620475" y="0"/>
            <a:ext cx="6523526" cy="369900"/>
            <a:chOff x="0" y="0"/>
            <a:chExt cx="6523526" cy="369900"/>
          </a:xfrm>
        </p:grpSpPr>
        <p:pic>
          <p:nvPicPr>
            <p:cNvPr id="184" name="Google Shape;184;p19"/>
            <p:cNvPicPr preferRelativeResize="0"/>
            <p:nvPr/>
          </p:nvPicPr>
          <p:blipFill>
            <a:blip r:embed="rId4"/>
            <a:stretch>
              <a:fillRect/>
            </a:stretch>
          </p:blipFill>
          <p:spPr>
            <a:xfrm>
              <a:off x="0" y="0"/>
              <a:ext cx="6523526" cy="369900"/>
            </a:xfrm>
            <a:prstGeom prst="rect">
              <a:avLst/>
            </a:prstGeom>
            <a:noFill/>
            <a:ln>
              <a:noFill/>
            </a:ln>
          </p:spPr>
        </p:pic>
        <p:pic>
          <p:nvPicPr>
            <p:cNvPr id="185" name="Google Shape;185;p19"/>
            <p:cNvPicPr preferRelativeResize="0"/>
            <p:nvPr/>
          </p:nvPicPr>
          <p:blipFill>
            <a:blip r:embed="rId5"/>
            <a:stretch>
              <a:fillRect/>
            </a:stretch>
          </p:blipFill>
          <p:spPr>
            <a:xfrm>
              <a:off x="265125" y="150455"/>
              <a:ext cx="1585464" cy="69000"/>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86" name="Shape 186"/>
        <p:cNvGrpSpPr/>
        <p:nvPr/>
      </p:nvGrpSpPr>
      <p:grpSpPr>
        <a:xfrm>
          <a:off x="0" y="0"/>
          <a:ext cx="0" cy="0"/>
          <a:chOff x="0" y="0"/>
          <a:chExt cx="0" cy="0"/>
        </a:xfrm>
      </p:grpSpPr>
      <p:pic>
        <p:nvPicPr>
          <p:cNvPr id="187" name="Google Shape;187;p20"/>
          <p:cNvPicPr preferRelativeResize="0"/>
          <p:nvPr/>
        </p:nvPicPr>
        <p:blipFill>
          <a:blip r:embed="rId2"/>
          <a:stretch>
            <a:fillRect/>
          </a:stretch>
        </p:blipFill>
        <p:spPr>
          <a:xfrm>
            <a:off x="-25" y="0"/>
            <a:ext cx="9144000" cy="5143500"/>
          </a:xfrm>
          <a:prstGeom prst="rect">
            <a:avLst/>
          </a:prstGeom>
          <a:noFill/>
          <a:ln>
            <a:noFill/>
          </a:ln>
        </p:spPr>
      </p:pic>
      <p:sp>
        <p:nvSpPr>
          <p:cNvPr id="188" name="Google Shape;188;p20"/>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9" name="Google Shape;189;p20"/>
          <p:cNvSpPr txBox="1"/>
          <p:nvPr>
            <p:ph type="subTitle" idx="1"/>
          </p:nvPr>
        </p:nvSpPr>
        <p:spPr>
          <a:xfrm>
            <a:off x="720000" y="167935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0" name="Google Shape;190;p20"/>
          <p:cNvSpPr txBox="1"/>
          <p:nvPr>
            <p:ph type="subTitle" idx="2"/>
          </p:nvPr>
        </p:nvSpPr>
        <p:spPr>
          <a:xfrm>
            <a:off x="4881166" y="167935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1" name="Google Shape;191;p20"/>
          <p:cNvSpPr txBox="1"/>
          <p:nvPr>
            <p:ph type="subTitle" idx="3"/>
          </p:nvPr>
        </p:nvSpPr>
        <p:spPr>
          <a:xfrm>
            <a:off x="720000" y="339620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2" name="Google Shape;192;p20"/>
          <p:cNvSpPr txBox="1"/>
          <p:nvPr>
            <p:ph type="subTitle" idx="4"/>
          </p:nvPr>
        </p:nvSpPr>
        <p:spPr>
          <a:xfrm>
            <a:off x="4881166" y="3396200"/>
            <a:ext cx="35496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193" name="Google Shape;193;p20"/>
          <p:cNvSpPr txBox="1"/>
          <p:nvPr>
            <p:ph type="subTitle" idx="5"/>
          </p:nvPr>
        </p:nvSpPr>
        <p:spPr>
          <a:xfrm>
            <a:off x="720000" y="1429886"/>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194" name="Google Shape;194;p20"/>
          <p:cNvSpPr txBox="1"/>
          <p:nvPr>
            <p:ph type="subTitle" idx="6"/>
          </p:nvPr>
        </p:nvSpPr>
        <p:spPr>
          <a:xfrm>
            <a:off x="720000" y="3146911"/>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195" name="Google Shape;195;p20"/>
          <p:cNvSpPr txBox="1"/>
          <p:nvPr>
            <p:ph type="subTitle" idx="7"/>
          </p:nvPr>
        </p:nvSpPr>
        <p:spPr>
          <a:xfrm>
            <a:off x="4881127" y="1429886"/>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196" name="Google Shape;196;p20"/>
          <p:cNvSpPr txBox="1"/>
          <p:nvPr>
            <p:ph type="subTitle" idx="8"/>
          </p:nvPr>
        </p:nvSpPr>
        <p:spPr>
          <a:xfrm>
            <a:off x="4881130" y="3146911"/>
            <a:ext cx="3549600" cy="375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grpSp>
        <p:nvGrpSpPr>
          <p:cNvPr id="197" name="Google Shape;197;p20"/>
          <p:cNvGrpSpPr/>
          <p:nvPr/>
        </p:nvGrpSpPr>
        <p:grpSpPr>
          <a:xfrm>
            <a:off x="-1" y="-4719"/>
            <a:ext cx="9144001" cy="5148207"/>
            <a:chOff x="-1" y="-4719"/>
            <a:chExt cx="9144001" cy="5148207"/>
          </a:xfrm>
        </p:grpSpPr>
        <p:pic>
          <p:nvPicPr>
            <p:cNvPr id="198" name="Google Shape;198;p20"/>
            <p:cNvPicPr preferRelativeResize="0"/>
            <p:nvPr/>
          </p:nvPicPr>
          <p:blipFill>
            <a:blip r:embed="rId3"/>
            <a:stretch>
              <a:fillRect/>
            </a:stretch>
          </p:blipFill>
          <p:spPr>
            <a:xfrm rot="5400000" flipH="1">
              <a:off x="8171225" y="-4719"/>
              <a:ext cx="972775" cy="972775"/>
            </a:xfrm>
            <a:prstGeom prst="rect">
              <a:avLst/>
            </a:prstGeom>
            <a:noFill/>
            <a:ln>
              <a:noFill/>
            </a:ln>
          </p:spPr>
        </p:pic>
        <p:pic>
          <p:nvPicPr>
            <p:cNvPr id="199" name="Google Shape;199;p20"/>
            <p:cNvPicPr preferRelativeResize="0"/>
            <p:nvPr/>
          </p:nvPicPr>
          <p:blipFill>
            <a:blip r:embed="rId4"/>
            <a:stretch>
              <a:fillRect/>
            </a:stretch>
          </p:blipFill>
          <p:spPr>
            <a:xfrm rot="5400000" flipH="1">
              <a:off x="-1" y="4170713"/>
              <a:ext cx="972775" cy="972775"/>
            </a:xfrm>
            <a:prstGeom prst="rect">
              <a:avLst/>
            </a:prstGeom>
            <a:noFill/>
            <a:ln>
              <a:noFill/>
            </a:ln>
          </p:spPr>
        </p:pic>
      </p:grpSp>
      <p:grpSp>
        <p:nvGrpSpPr>
          <p:cNvPr id="200" name="Google Shape;200;p20"/>
          <p:cNvGrpSpPr/>
          <p:nvPr/>
        </p:nvGrpSpPr>
        <p:grpSpPr>
          <a:xfrm rot="10800000">
            <a:off x="0" y="-4719"/>
            <a:ext cx="4881173" cy="365700"/>
            <a:chOff x="4261050" y="4610675"/>
            <a:chExt cx="4881173" cy="365700"/>
          </a:xfrm>
        </p:grpSpPr>
        <p:pic>
          <p:nvPicPr>
            <p:cNvPr id="201" name="Google Shape;201;p20"/>
            <p:cNvPicPr preferRelativeResize="0"/>
            <p:nvPr/>
          </p:nvPicPr>
          <p:blipFill>
            <a:blip r:embed="rId5"/>
            <a:stretch>
              <a:fillRect/>
            </a:stretch>
          </p:blipFill>
          <p:spPr>
            <a:xfrm rot="10800000">
              <a:off x="4261050" y="4610675"/>
              <a:ext cx="4881173" cy="365700"/>
            </a:xfrm>
            <a:prstGeom prst="rect">
              <a:avLst/>
            </a:prstGeom>
            <a:noFill/>
            <a:ln>
              <a:noFill/>
            </a:ln>
          </p:spPr>
        </p:pic>
        <p:pic>
          <p:nvPicPr>
            <p:cNvPr id="202" name="Google Shape;202;p20"/>
            <p:cNvPicPr preferRelativeResize="0"/>
            <p:nvPr/>
          </p:nvPicPr>
          <p:blipFill>
            <a:blip r:embed="rId6"/>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203" name="Shape 203"/>
        <p:cNvGrpSpPr/>
        <p:nvPr/>
      </p:nvGrpSpPr>
      <p:grpSpPr>
        <a:xfrm>
          <a:off x="0" y="0"/>
          <a:ext cx="0" cy="0"/>
          <a:chOff x="0" y="0"/>
          <a:chExt cx="0" cy="0"/>
        </a:xfrm>
      </p:grpSpPr>
      <p:pic>
        <p:nvPicPr>
          <p:cNvPr id="204" name="Google Shape;204;p21"/>
          <p:cNvPicPr preferRelativeResize="0"/>
          <p:nvPr/>
        </p:nvPicPr>
        <p:blipFill>
          <a:blip r:embed="rId2"/>
          <a:stretch>
            <a:fillRect/>
          </a:stretch>
        </p:blipFill>
        <p:spPr>
          <a:xfrm>
            <a:off x="-25" y="0"/>
            <a:ext cx="9144000" cy="5143500"/>
          </a:xfrm>
          <a:prstGeom prst="rect">
            <a:avLst/>
          </a:prstGeom>
          <a:noFill/>
          <a:ln>
            <a:noFill/>
          </a:ln>
        </p:spPr>
      </p:pic>
      <p:sp>
        <p:nvSpPr>
          <p:cNvPr id="205" name="Google Shape;205;p21"/>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06" name="Google Shape;206;p21"/>
          <p:cNvSpPr txBox="1"/>
          <p:nvPr>
            <p:ph type="subTitle" idx="1"/>
          </p:nvPr>
        </p:nvSpPr>
        <p:spPr>
          <a:xfrm>
            <a:off x="720075"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07" name="Google Shape;207;p21"/>
          <p:cNvSpPr txBox="1"/>
          <p:nvPr>
            <p:ph type="subTitle" idx="2"/>
          </p:nvPr>
        </p:nvSpPr>
        <p:spPr>
          <a:xfrm>
            <a:off x="3393880"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08" name="Google Shape;208;p21"/>
          <p:cNvSpPr txBox="1"/>
          <p:nvPr>
            <p:ph type="subTitle" idx="3"/>
          </p:nvPr>
        </p:nvSpPr>
        <p:spPr>
          <a:xfrm>
            <a:off x="720075"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09" name="Google Shape;209;p21"/>
          <p:cNvSpPr txBox="1"/>
          <p:nvPr>
            <p:ph type="subTitle" idx="4"/>
          </p:nvPr>
        </p:nvSpPr>
        <p:spPr>
          <a:xfrm>
            <a:off x="3393880"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10" name="Google Shape;210;p21"/>
          <p:cNvSpPr txBox="1"/>
          <p:nvPr>
            <p:ph type="subTitle" idx="5"/>
          </p:nvPr>
        </p:nvSpPr>
        <p:spPr>
          <a:xfrm>
            <a:off x="6067686" y="1682496"/>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11" name="Google Shape;211;p21"/>
          <p:cNvSpPr txBox="1"/>
          <p:nvPr>
            <p:ph type="subTitle" idx="6"/>
          </p:nvPr>
        </p:nvSpPr>
        <p:spPr>
          <a:xfrm>
            <a:off x="6067686" y="3398557"/>
            <a:ext cx="2363100" cy="116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12" name="Google Shape;212;p21"/>
          <p:cNvSpPr txBox="1"/>
          <p:nvPr>
            <p:ph type="subTitle" idx="7"/>
          </p:nvPr>
        </p:nvSpPr>
        <p:spPr>
          <a:xfrm>
            <a:off x="720075" y="1426464"/>
            <a:ext cx="2363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213" name="Google Shape;213;p21"/>
          <p:cNvSpPr txBox="1"/>
          <p:nvPr>
            <p:ph type="subTitle" idx="8"/>
          </p:nvPr>
        </p:nvSpPr>
        <p:spPr>
          <a:xfrm>
            <a:off x="3395380" y="1426464"/>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214" name="Google Shape;214;p21"/>
          <p:cNvSpPr txBox="1"/>
          <p:nvPr>
            <p:ph type="subTitle" idx="9"/>
          </p:nvPr>
        </p:nvSpPr>
        <p:spPr>
          <a:xfrm>
            <a:off x="6067686" y="1426464"/>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215" name="Google Shape;215;p21"/>
          <p:cNvSpPr txBox="1"/>
          <p:nvPr>
            <p:ph type="subTitle" idx="13"/>
          </p:nvPr>
        </p:nvSpPr>
        <p:spPr>
          <a:xfrm>
            <a:off x="720075" y="3145536"/>
            <a:ext cx="2363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216" name="Google Shape;216;p21"/>
          <p:cNvSpPr txBox="1"/>
          <p:nvPr>
            <p:ph type="subTitle" idx="14"/>
          </p:nvPr>
        </p:nvSpPr>
        <p:spPr>
          <a:xfrm>
            <a:off x="3393880" y="3145541"/>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sp>
        <p:nvSpPr>
          <p:cNvPr id="217" name="Google Shape;217;p21"/>
          <p:cNvSpPr txBox="1"/>
          <p:nvPr>
            <p:ph type="subTitle" idx="15"/>
          </p:nvPr>
        </p:nvSpPr>
        <p:spPr>
          <a:xfrm>
            <a:off x="6067686" y="3145541"/>
            <a:ext cx="23601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18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p:txBody>
      </p:sp>
      <p:pic>
        <p:nvPicPr>
          <p:cNvPr id="218" name="Google Shape;218;p21"/>
          <p:cNvPicPr preferRelativeResize="0"/>
          <p:nvPr/>
        </p:nvPicPr>
        <p:blipFill rotWithShape="1">
          <a:blip r:embed="rId3"/>
          <a:srcRect l="68148" b="22414"/>
          <a:stretch>
            <a:fillRect/>
          </a:stretch>
        </p:blipFill>
        <p:spPr>
          <a:xfrm rot="10800000">
            <a:off x="8580849" y="64376"/>
            <a:ext cx="563126" cy="1047824"/>
          </a:xfrm>
          <a:prstGeom prst="rect">
            <a:avLst/>
          </a:prstGeom>
          <a:noFill/>
          <a:ln>
            <a:noFill/>
          </a:ln>
        </p:spPr>
      </p:pic>
      <p:pic>
        <p:nvPicPr>
          <p:cNvPr id="219" name="Google Shape;219;p21"/>
          <p:cNvPicPr preferRelativeResize="0"/>
          <p:nvPr/>
        </p:nvPicPr>
        <p:blipFill>
          <a:blip r:embed="rId4"/>
          <a:stretch>
            <a:fillRect/>
          </a:stretch>
        </p:blipFill>
        <p:spPr>
          <a:xfrm rot="5400000">
            <a:off x="8171225" y="4170725"/>
            <a:ext cx="972775" cy="9727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220" name="Shape 220"/>
        <p:cNvGrpSpPr/>
        <p:nvPr/>
      </p:nvGrpSpPr>
      <p:grpSpPr>
        <a:xfrm>
          <a:off x="0" y="0"/>
          <a:ext cx="0" cy="0"/>
          <a:chOff x="0" y="0"/>
          <a:chExt cx="0" cy="0"/>
        </a:xfrm>
      </p:grpSpPr>
      <p:pic>
        <p:nvPicPr>
          <p:cNvPr id="221" name="Google Shape;221;p22"/>
          <p:cNvPicPr preferRelativeResize="0"/>
          <p:nvPr/>
        </p:nvPicPr>
        <p:blipFill>
          <a:blip r:embed="rId2"/>
          <a:stretch>
            <a:fillRect/>
          </a:stretch>
        </p:blipFill>
        <p:spPr>
          <a:xfrm>
            <a:off x="-25" y="0"/>
            <a:ext cx="9144000" cy="5143500"/>
          </a:xfrm>
          <a:prstGeom prst="rect">
            <a:avLst/>
          </a:prstGeom>
          <a:noFill/>
          <a:ln>
            <a:noFill/>
          </a:ln>
        </p:spPr>
      </p:pic>
      <p:sp>
        <p:nvSpPr>
          <p:cNvPr id="222" name="Google Shape;222;p22"/>
          <p:cNvSpPr txBox="1"/>
          <p:nvPr>
            <p:ph type="title" hasCustomPrompt="1"/>
          </p:nvPr>
        </p:nvSpPr>
        <p:spPr>
          <a:xfrm>
            <a:off x="3099888" y="2045129"/>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3" name="Google Shape;223;p22"/>
          <p:cNvSpPr txBox="1"/>
          <p:nvPr>
            <p:ph type="subTitle" idx="1"/>
          </p:nvPr>
        </p:nvSpPr>
        <p:spPr>
          <a:xfrm>
            <a:off x="3099898" y="2737825"/>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p:txBody>
      </p:sp>
      <p:sp>
        <p:nvSpPr>
          <p:cNvPr id="224" name="Google Shape;224;p22"/>
          <p:cNvSpPr txBox="1"/>
          <p:nvPr>
            <p:ph type="title" idx="2" hasCustomPrompt="1"/>
          </p:nvPr>
        </p:nvSpPr>
        <p:spPr>
          <a:xfrm>
            <a:off x="3099904" y="669938"/>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5" name="Google Shape;225;p22"/>
          <p:cNvSpPr txBox="1"/>
          <p:nvPr>
            <p:ph type="subTitle" idx="3"/>
          </p:nvPr>
        </p:nvSpPr>
        <p:spPr>
          <a:xfrm>
            <a:off x="3099904" y="1362646"/>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p:txBody>
      </p:sp>
      <p:sp>
        <p:nvSpPr>
          <p:cNvPr id="226" name="Google Shape;226;p22"/>
          <p:cNvSpPr txBox="1"/>
          <p:nvPr>
            <p:ph type="title" idx="4" hasCustomPrompt="1"/>
          </p:nvPr>
        </p:nvSpPr>
        <p:spPr>
          <a:xfrm>
            <a:off x="3099896" y="3420317"/>
            <a:ext cx="2944200" cy="7689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27" name="Google Shape;227;p22"/>
          <p:cNvSpPr txBox="1"/>
          <p:nvPr>
            <p:ph type="subTitle" idx="5"/>
          </p:nvPr>
        </p:nvSpPr>
        <p:spPr>
          <a:xfrm>
            <a:off x="3099906" y="4113013"/>
            <a:ext cx="2944200" cy="35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200"/>
              <a:buFont typeface="PT Sans" panose="020B0503020203020204"/>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p:txBody>
      </p:sp>
      <p:grpSp>
        <p:nvGrpSpPr>
          <p:cNvPr id="228" name="Google Shape;228;p22"/>
          <p:cNvGrpSpPr/>
          <p:nvPr/>
        </p:nvGrpSpPr>
        <p:grpSpPr>
          <a:xfrm>
            <a:off x="0" y="0"/>
            <a:ext cx="9149044" cy="5153909"/>
            <a:chOff x="0" y="0"/>
            <a:chExt cx="9149044" cy="5153909"/>
          </a:xfrm>
        </p:grpSpPr>
        <p:grpSp>
          <p:nvGrpSpPr>
            <p:cNvPr id="229" name="Google Shape;229;p22"/>
            <p:cNvGrpSpPr/>
            <p:nvPr/>
          </p:nvGrpSpPr>
          <p:grpSpPr>
            <a:xfrm>
              <a:off x="2633519" y="4796608"/>
              <a:ext cx="6515525" cy="357300"/>
              <a:chOff x="2633519" y="4796608"/>
              <a:chExt cx="6515525" cy="357300"/>
            </a:xfrm>
          </p:grpSpPr>
          <p:pic>
            <p:nvPicPr>
              <p:cNvPr id="230" name="Google Shape;230;p22"/>
              <p:cNvPicPr preferRelativeResize="0"/>
              <p:nvPr/>
            </p:nvPicPr>
            <p:blipFill>
              <a:blip r:embed="rId3"/>
              <a:stretch>
                <a:fillRect/>
              </a:stretch>
            </p:blipFill>
            <p:spPr>
              <a:xfrm rot="10800000">
                <a:off x="2633519" y="4796608"/>
                <a:ext cx="6515525" cy="357300"/>
              </a:xfrm>
              <a:prstGeom prst="rect">
                <a:avLst/>
              </a:prstGeom>
              <a:noFill/>
              <a:ln>
                <a:noFill/>
              </a:ln>
            </p:spPr>
          </p:pic>
          <p:pic>
            <p:nvPicPr>
              <p:cNvPr id="231" name="Google Shape;231;p22"/>
              <p:cNvPicPr preferRelativeResize="0"/>
              <p:nvPr/>
            </p:nvPicPr>
            <p:blipFill>
              <a:blip r:embed="rId4"/>
              <a:stretch>
                <a:fillRect/>
              </a:stretch>
            </p:blipFill>
            <p:spPr>
              <a:xfrm rot="10800000">
                <a:off x="7293388" y="4940768"/>
                <a:ext cx="1585464" cy="69000"/>
              </a:xfrm>
              <a:prstGeom prst="rect">
                <a:avLst/>
              </a:prstGeom>
              <a:noFill/>
              <a:ln>
                <a:noFill/>
              </a:ln>
            </p:spPr>
          </p:pic>
        </p:grpSp>
        <p:grpSp>
          <p:nvGrpSpPr>
            <p:cNvPr id="232" name="Google Shape;232;p22"/>
            <p:cNvGrpSpPr/>
            <p:nvPr/>
          </p:nvGrpSpPr>
          <p:grpSpPr>
            <a:xfrm>
              <a:off x="0" y="0"/>
              <a:ext cx="6523526" cy="359400"/>
              <a:chOff x="0" y="0"/>
              <a:chExt cx="6523526" cy="359400"/>
            </a:xfrm>
          </p:grpSpPr>
          <p:pic>
            <p:nvPicPr>
              <p:cNvPr id="233" name="Google Shape;233;p22"/>
              <p:cNvPicPr preferRelativeResize="0"/>
              <p:nvPr/>
            </p:nvPicPr>
            <p:blipFill>
              <a:blip r:embed="rId5"/>
              <a:stretch>
                <a:fillRect/>
              </a:stretch>
            </p:blipFill>
            <p:spPr>
              <a:xfrm>
                <a:off x="0" y="0"/>
                <a:ext cx="6523526" cy="359400"/>
              </a:xfrm>
              <a:prstGeom prst="rect">
                <a:avLst/>
              </a:prstGeom>
              <a:noFill/>
              <a:ln>
                <a:noFill/>
              </a:ln>
            </p:spPr>
          </p:pic>
          <p:pic>
            <p:nvPicPr>
              <p:cNvPr id="234" name="Google Shape;234;p22"/>
              <p:cNvPicPr preferRelativeResize="0"/>
              <p:nvPr/>
            </p:nvPicPr>
            <p:blipFill>
              <a:blip r:embed="rId4"/>
              <a:stretch>
                <a:fillRect/>
              </a:stretch>
            </p:blipFill>
            <p:spPr>
              <a:xfrm>
                <a:off x="265125" y="145205"/>
                <a:ext cx="1585464" cy="69000"/>
              </a:xfrm>
              <a:prstGeom prst="rect">
                <a:avLst/>
              </a:prstGeom>
              <a:noFill/>
              <a:ln>
                <a:noFill/>
              </a:ln>
            </p:spPr>
          </p:pic>
        </p:grpSp>
      </p:grpSp>
      <p:pic>
        <p:nvPicPr>
          <p:cNvPr id="235" name="Google Shape;235;p22"/>
          <p:cNvPicPr preferRelativeResize="0"/>
          <p:nvPr/>
        </p:nvPicPr>
        <p:blipFill rotWithShape="1">
          <a:blip r:embed="rId6"/>
          <a:srcRect t="129" b="129"/>
          <a:stretch>
            <a:fillRect/>
          </a:stretch>
        </p:blipFill>
        <p:spPr>
          <a:xfrm rot="5400000">
            <a:off x="-128174" y="3562553"/>
            <a:ext cx="1716695" cy="1307947"/>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236" name="Shape 236"/>
        <p:cNvGrpSpPr/>
        <p:nvPr/>
      </p:nvGrpSpPr>
      <p:grpSpPr>
        <a:xfrm>
          <a:off x="0" y="0"/>
          <a:ext cx="0" cy="0"/>
          <a:chOff x="0" y="0"/>
          <a:chExt cx="0" cy="0"/>
        </a:xfrm>
      </p:grpSpPr>
      <p:pic>
        <p:nvPicPr>
          <p:cNvPr id="237" name="Google Shape;237;p23"/>
          <p:cNvPicPr preferRelativeResize="0"/>
          <p:nvPr/>
        </p:nvPicPr>
        <p:blipFill>
          <a:blip r:embed="rId2"/>
          <a:stretch>
            <a:fillRect/>
          </a:stretch>
        </p:blipFill>
        <p:spPr>
          <a:xfrm>
            <a:off x="-25" y="0"/>
            <a:ext cx="9144000" cy="5143500"/>
          </a:xfrm>
          <a:prstGeom prst="rect">
            <a:avLst/>
          </a:prstGeom>
          <a:noFill/>
          <a:ln>
            <a:noFill/>
          </a:ln>
        </p:spPr>
      </p:pic>
      <p:sp>
        <p:nvSpPr>
          <p:cNvPr id="238" name="Google Shape;238;p23"/>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39" name="Google Shape;239;p23"/>
          <p:cNvGrpSpPr/>
          <p:nvPr/>
        </p:nvGrpSpPr>
        <p:grpSpPr>
          <a:xfrm>
            <a:off x="0" y="0"/>
            <a:ext cx="6523526" cy="369900"/>
            <a:chOff x="0" y="0"/>
            <a:chExt cx="6523526" cy="369900"/>
          </a:xfrm>
        </p:grpSpPr>
        <p:pic>
          <p:nvPicPr>
            <p:cNvPr id="240" name="Google Shape;240;p23"/>
            <p:cNvPicPr preferRelativeResize="0"/>
            <p:nvPr/>
          </p:nvPicPr>
          <p:blipFill>
            <a:blip r:embed="rId3"/>
            <a:stretch>
              <a:fillRect/>
            </a:stretch>
          </p:blipFill>
          <p:spPr>
            <a:xfrm>
              <a:off x="0" y="0"/>
              <a:ext cx="6523526" cy="369900"/>
            </a:xfrm>
            <a:prstGeom prst="rect">
              <a:avLst/>
            </a:prstGeom>
            <a:noFill/>
            <a:ln>
              <a:noFill/>
            </a:ln>
          </p:spPr>
        </p:pic>
        <p:pic>
          <p:nvPicPr>
            <p:cNvPr id="241" name="Google Shape;241;p23"/>
            <p:cNvPicPr preferRelativeResize="0"/>
            <p:nvPr/>
          </p:nvPicPr>
          <p:blipFill>
            <a:blip r:embed="rId4"/>
            <a:stretch>
              <a:fillRect/>
            </a:stretch>
          </p:blipFill>
          <p:spPr>
            <a:xfrm>
              <a:off x="265125" y="150455"/>
              <a:ext cx="1585464" cy="69000"/>
            </a:xfrm>
            <a:prstGeom prst="rect">
              <a:avLst/>
            </a:prstGeom>
            <a:noFill/>
            <a:ln>
              <a:noFill/>
            </a:ln>
          </p:spPr>
        </p:pic>
      </p:grpSp>
      <p:grpSp>
        <p:nvGrpSpPr>
          <p:cNvPr id="242" name="Google Shape;242;p23"/>
          <p:cNvGrpSpPr/>
          <p:nvPr/>
        </p:nvGrpSpPr>
        <p:grpSpPr>
          <a:xfrm>
            <a:off x="0" y="0"/>
            <a:ext cx="9144000" cy="5143512"/>
            <a:chOff x="0" y="0"/>
            <a:chExt cx="9144000" cy="5143512"/>
          </a:xfrm>
        </p:grpSpPr>
        <p:pic>
          <p:nvPicPr>
            <p:cNvPr id="243" name="Google Shape;243;p23"/>
            <p:cNvPicPr preferRelativeResize="0"/>
            <p:nvPr/>
          </p:nvPicPr>
          <p:blipFill>
            <a:blip r:embed="rId5"/>
            <a:stretch>
              <a:fillRect/>
            </a:stretch>
          </p:blipFill>
          <p:spPr>
            <a:xfrm>
              <a:off x="8171225" y="0"/>
              <a:ext cx="972775" cy="972775"/>
            </a:xfrm>
            <a:prstGeom prst="rect">
              <a:avLst/>
            </a:prstGeom>
            <a:noFill/>
            <a:ln>
              <a:noFill/>
            </a:ln>
          </p:spPr>
        </p:pic>
        <p:pic>
          <p:nvPicPr>
            <p:cNvPr id="244" name="Google Shape;244;p23"/>
            <p:cNvPicPr preferRelativeResize="0"/>
            <p:nvPr/>
          </p:nvPicPr>
          <p:blipFill>
            <a:blip r:embed="rId6"/>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245" name="Shape 245"/>
        <p:cNvGrpSpPr/>
        <p:nvPr/>
      </p:nvGrpSpPr>
      <p:grpSpPr>
        <a:xfrm>
          <a:off x="0" y="0"/>
          <a:ext cx="0" cy="0"/>
          <a:chOff x="0" y="0"/>
          <a:chExt cx="0" cy="0"/>
        </a:xfrm>
      </p:grpSpPr>
      <p:pic>
        <p:nvPicPr>
          <p:cNvPr id="246" name="Google Shape;246;p24"/>
          <p:cNvPicPr preferRelativeResize="0"/>
          <p:nvPr/>
        </p:nvPicPr>
        <p:blipFill>
          <a:blip r:embed="rId2"/>
          <a:stretch>
            <a:fillRect/>
          </a:stretch>
        </p:blipFill>
        <p:spPr>
          <a:xfrm>
            <a:off x="-25" y="0"/>
            <a:ext cx="9144000" cy="5143500"/>
          </a:xfrm>
          <a:prstGeom prst="rect">
            <a:avLst/>
          </a:prstGeom>
          <a:noFill/>
          <a:ln>
            <a:noFill/>
          </a:ln>
        </p:spPr>
      </p:pic>
      <p:sp>
        <p:nvSpPr>
          <p:cNvPr id="247" name="Google Shape;247;p24"/>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248" name="Google Shape;248;p24"/>
          <p:cNvPicPr preferRelativeResize="0"/>
          <p:nvPr/>
        </p:nvPicPr>
        <p:blipFill rotWithShape="1">
          <a:blip r:embed="rId3"/>
          <a:srcRect l="14813" b="34262"/>
          <a:stretch>
            <a:fillRect/>
          </a:stretch>
        </p:blipFill>
        <p:spPr>
          <a:xfrm rot="10800000">
            <a:off x="7654149" y="-40526"/>
            <a:ext cx="1506076" cy="887826"/>
          </a:xfrm>
          <a:prstGeom prst="rect">
            <a:avLst/>
          </a:prstGeom>
          <a:noFill/>
          <a:ln>
            <a:noFill/>
          </a:ln>
        </p:spPr>
      </p:pic>
      <p:grpSp>
        <p:nvGrpSpPr>
          <p:cNvPr id="249" name="Google Shape;249;p24"/>
          <p:cNvGrpSpPr/>
          <p:nvPr/>
        </p:nvGrpSpPr>
        <p:grpSpPr>
          <a:xfrm flipH="1">
            <a:off x="0" y="0"/>
            <a:ext cx="9144000" cy="5143512"/>
            <a:chOff x="0" y="0"/>
            <a:chExt cx="9144000" cy="5143512"/>
          </a:xfrm>
        </p:grpSpPr>
        <p:pic>
          <p:nvPicPr>
            <p:cNvPr id="250" name="Google Shape;250;p24"/>
            <p:cNvPicPr preferRelativeResize="0"/>
            <p:nvPr/>
          </p:nvPicPr>
          <p:blipFill>
            <a:blip r:embed="rId4"/>
            <a:stretch>
              <a:fillRect/>
            </a:stretch>
          </p:blipFill>
          <p:spPr>
            <a:xfrm>
              <a:off x="8171225" y="0"/>
              <a:ext cx="972775" cy="972775"/>
            </a:xfrm>
            <a:prstGeom prst="rect">
              <a:avLst/>
            </a:prstGeom>
            <a:noFill/>
            <a:ln>
              <a:noFill/>
            </a:ln>
          </p:spPr>
        </p:pic>
        <p:pic>
          <p:nvPicPr>
            <p:cNvPr id="251" name="Google Shape;251;p24"/>
            <p:cNvPicPr preferRelativeResize="0"/>
            <p:nvPr/>
          </p:nvPicPr>
          <p:blipFill>
            <a:blip r:embed="rId5"/>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TITLE_ONLY_3">
    <p:spTree>
      <p:nvGrpSpPr>
        <p:cNvPr id="252" name="Shape 252"/>
        <p:cNvGrpSpPr/>
        <p:nvPr/>
      </p:nvGrpSpPr>
      <p:grpSpPr>
        <a:xfrm>
          <a:off x="0" y="0"/>
          <a:ext cx="0" cy="0"/>
          <a:chOff x="0" y="0"/>
          <a:chExt cx="0" cy="0"/>
        </a:xfrm>
      </p:grpSpPr>
      <p:pic>
        <p:nvPicPr>
          <p:cNvPr id="253" name="Google Shape;253;p25"/>
          <p:cNvPicPr preferRelativeResize="0"/>
          <p:nvPr/>
        </p:nvPicPr>
        <p:blipFill>
          <a:blip r:embed="rId2"/>
          <a:stretch>
            <a:fillRect/>
          </a:stretch>
        </p:blipFill>
        <p:spPr>
          <a:xfrm>
            <a:off x="-25" y="0"/>
            <a:ext cx="9144000" cy="5143500"/>
          </a:xfrm>
          <a:prstGeom prst="rect">
            <a:avLst/>
          </a:prstGeom>
          <a:noFill/>
          <a:ln>
            <a:noFill/>
          </a:ln>
        </p:spPr>
      </p:pic>
      <p:sp>
        <p:nvSpPr>
          <p:cNvPr id="254" name="Google Shape;254;p25"/>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55" name="Google Shape;255;p25"/>
          <p:cNvGrpSpPr/>
          <p:nvPr/>
        </p:nvGrpSpPr>
        <p:grpSpPr>
          <a:xfrm flipH="1">
            <a:off x="2620475" y="0"/>
            <a:ext cx="6523526" cy="369900"/>
            <a:chOff x="0" y="0"/>
            <a:chExt cx="6523526" cy="369900"/>
          </a:xfrm>
        </p:grpSpPr>
        <p:pic>
          <p:nvPicPr>
            <p:cNvPr id="256" name="Google Shape;256;p25"/>
            <p:cNvPicPr preferRelativeResize="0"/>
            <p:nvPr/>
          </p:nvPicPr>
          <p:blipFill>
            <a:blip r:embed="rId3"/>
            <a:stretch>
              <a:fillRect/>
            </a:stretch>
          </p:blipFill>
          <p:spPr>
            <a:xfrm>
              <a:off x="0" y="0"/>
              <a:ext cx="6523526" cy="369900"/>
            </a:xfrm>
            <a:prstGeom prst="rect">
              <a:avLst/>
            </a:prstGeom>
            <a:noFill/>
            <a:ln>
              <a:noFill/>
            </a:ln>
          </p:spPr>
        </p:pic>
        <p:pic>
          <p:nvPicPr>
            <p:cNvPr id="257" name="Google Shape;257;p25"/>
            <p:cNvPicPr preferRelativeResize="0"/>
            <p:nvPr/>
          </p:nvPicPr>
          <p:blipFill>
            <a:blip r:embed="rId4"/>
            <a:stretch>
              <a:fillRect/>
            </a:stretch>
          </p:blipFill>
          <p:spPr>
            <a:xfrm>
              <a:off x="265125" y="150455"/>
              <a:ext cx="1585464" cy="69000"/>
            </a:xfrm>
            <a:prstGeom prst="rect">
              <a:avLst/>
            </a:prstGeom>
            <a:noFill/>
            <a:ln>
              <a:noFill/>
            </a:ln>
          </p:spPr>
        </p:pic>
      </p:grpSp>
      <p:pic>
        <p:nvPicPr>
          <p:cNvPr id="258" name="Google Shape;258;p25"/>
          <p:cNvPicPr preferRelativeResize="0"/>
          <p:nvPr/>
        </p:nvPicPr>
        <p:blipFill rotWithShape="1">
          <a:blip r:embed="rId5"/>
          <a:srcRect r="56111" b="41941"/>
          <a:stretch>
            <a:fillRect/>
          </a:stretch>
        </p:blipFill>
        <p:spPr>
          <a:xfrm rot="-5400000">
            <a:off x="8325038" y="4266787"/>
            <a:ext cx="775950" cy="784125"/>
          </a:xfrm>
          <a:prstGeom prst="rect">
            <a:avLst/>
          </a:prstGeom>
          <a:noFill/>
          <a:ln>
            <a:noFill/>
          </a:ln>
        </p:spPr>
      </p:pic>
      <p:pic>
        <p:nvPicPr>
          <p:cNvPr id="259" name="Google Shape;259;p25"/>
          <p:cNvPicPr preferRelativeResize="0"/>
          <p:nvPr/>
        </p:nvPicPr>
        <p:blipFill>
          <a:blip r:embed="rId6"/>
          <a:stretch>
            <a:fillRect/>
          </a:stretch>
        </p:blipFill>
        <p:spPr>
          <a:xfrm rot="-5400000" flipH="1">
            <a:off x="0" y="4170725"/>
            <a:ext cx="972775" cy="97277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TITLE_ONLY_4">
    <p:spTree>
      <p:nvGrpSpPr>
        <p:cNvPr id="260" name="Shape 260"/>
        <p:cNvGrpSpPr/>
        <p:nvPr/>
      </p:nvGrpSpPr>
      <p:grpSpPr>
        <a:xfrm>
          <a:off x="0" y="0"/>
          <a:ext cx="0" cy="0"/>
          <a:chOff x="0" y="0"/>
          <a:chExt cx="0" cy="0"/>
        </a:xfrm>
      </p:grpSpPr>
      <p:pic>
        <p:nvPicPr>
          <p:cNvPr id="261" name="Google Shape;261;p26"/>
          <p:cNvPicPr preferRelativeResize="0"/>
          <p:nvPr/>
        </p:nvPicPr>
        <p:blipFill>
          <a:blip r:embed="rId2"/>
          <a:stretch>
            <a:fillRect/>
          </a:stretch>
        </p:blipFill>
        <p:spPr>
          <a:xfrm>
            <a:off x="-25" y="0"/>
            <a:ext cx="9144000" cy="5143500"/>
          </a:xfrm>
          <a:prstGeom prst="rect">
            <a:avLst/>
          </a:prstGeom>
          <a:noFill/>
          <a:ln>
            <a:noFill/>
          </a:ln>
        </p:spPr>
      </p:pic>
      <p:sp>
        <p:nvSpPr>
          <p:cNvPr id="262" name="Google Shape;262;p26"/>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263" name="Google Shape;263;p26"/>
          <p:cNvPicPr preferRelativeResize="0"/>
          <p:nvPr/>
        </p:nvPicPr>
        <p:blipFill rotWithShape="1">
          <a:blip r:embed="rId3"/>
          <a:srcRect t="128" b="35496"/>
          <a:stretch>
            <a:fillRect/>
          </a:stretch>
        </p:blipFill>
        <p:spPr>
          <a:xfrm>
            <a:off x="6296175" y="4293872"/>
            <a:ext cx="1716701" cy="844200"/>
          </a:xfrm>
          <a:prstGeom prst="rect">
            <a:avLst/>
          </a:prstGeom>
          <a:noFill/>
          <a:ln>
            <a:noFill/>
          </a:ln>
        </p:spPr>
      </p:pic>
      <p:grpSp>
        <p:nvGrpSpPr>
          <p:cNvPr id="264" name="Google Shape;264;p26"/>
          <p:cNvGrpSpPr/>
          <p:nvPr/>
        </p:nvGrpSpPr>
        <p:grpSpPr>
          <a:xfrm>
            <a:off x="0" y="0"/>
            <a:ext cx="3789523" cy="359400"/>
            <a:chOff x="0" y="0"/>
            <a:chExt cx="3789523" cy="359400"/>
          </a:xfrm>
        </p:grpSpPr>
        <p:pic>
          <p:nvPicPr>
            <p:cNvPr id="265" name="Google Shape;265;p26"/>
            <p:cNvPicPr preferRelativeResize="0"/>
            <p:nvPr/>
          </p:nvPicPr>
          <p:blipFill>
            <a:blip r:embed="rId4"/>
            <a:stretch>
              <a:fillRect/>
            </a:stretch>
          </p:blipFill>
          <p:spPr>
            <a:xfrm>
              <a:off x="0" y="0"/>
              <a:ext cx="3789523" cy="359400"/>
            </a:xfrm>
            <a:prstGeom prst="rect">
              <a:avLst/>
            </a:prstGeom>
            <a:noFill/>
            <a:ln>
              <a:noFill/>
            </a:ln>
          </p:spPr>
        </p:pic>
        <p:pic>
          <p:nvPicPr>
            <p:cNvPr id="266" name="Google Shape;266;p26"/>
            <p:cNvPicPr preferRelativeResize="0"/>
            <p:nvPr/>
          </p:nvPicPr>
          <p:blipFill>
            <a:blip r:embed="rId5"/>
            <a:stretch>
              <a:fillRect/>
            </a:stretch>
          </p:blipFill>
          <p:spPr>
            <a:xfrm>
              <a:off x="265125" y="145205"/>
              <a:ext cx="1585464" cy="69000"/>
            </a:xfrm>
            <a:prstGeom prst="rect">
              <a:avLst/>
            </a:prstGeom>
            <a:noFill/>
            <a:ln>
              <a:noFill/>
            </a:ln>
          </p:spPr>
        </p:pic>
      </p:grpSp>
      <p:pic>
        <p:nvPicPr>
          <p:cNvPr id="267" name="Google Shape;267;p26"/>
          <p:cNvPicPr preferRelativeResize="0"/>
          <p:nvPr/>
        </p:nvPicPr>
        <p:blipFill>
          <a:blip r:embed="rId6"/>
          <a:stretch>
            <a:fillRect/>
          </a:stretch>
        </p:blipFill>
        <p:spPr>
          <a:xfrm rot="10800000" flipH="1">
            <a:off x="8171225" y="4170725"/>
            <a:ext cx="972775" cy="97277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5">
  <p:cSld name="TITLE_ONLY_5">
    <p:spTree>
      <p:nvGrpSpPr>
        <p:cNvPr id="268" name="Shape 268"/>
        <p:cNvGrpSpPr/>
        <p:nvPr/>
      </p:nvGrpSpPr>
      <p:grpSpPr>
        <a:xfrm>
          <a:off x="0" y="0"/>
          <a:ext cx="0" cy="0"/>
          <a:chOff x="0" y="0"/>
          <a:chExt cx="0" cy="0"/>
        </a:xfrm>
      </p:grpSpPr>
      <p:pic>
        <p:nvPicPr>
          <p:cNvPr id="269" name="Google Shape;269;p27"/>
          <p:cNvPicPr preferRelativeResize="0"/>
          <p:nvPr/>
        </p:nvPicPr>
        <p:blipFill>
          <a:blip r:embed="rId2"/>
          <a:stretch>
            <a:fillRect/>
          </a:stretch>
        </p:blipFill>
        <p:spPr>
          <a:xfrm>
            <a:off x="-25" y="0"/>
            <a:ext cx="9144000" cy="5143500"/>
          </a:xfrm>
          <a:prstGeom prst="rect">
            <a:avLst/>
          </a:prstGeom>
          <a:noFill/>
          <a:ln>
            <a:noFill/>
          </a:ln>
        </p:spPr>
      </p:pic>
      <p:sp>
        <p:nvSpPr>
          <p:cNvPr id="270" name="Google Shape;270;p27"/>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71" name="Google Shape;271;p27"/>
          <p:cNvGrpSpPr/>
          <p:nvPr/>
        </p:nvGrpSpPr>
        <p:grpSpPr>
          <a:xfrm rot="10800000" flipH="1">
            <a:off x="5131123" y="0"/>
            <a:ext cx="4012877" cy="359400"/>
            <a:chOff x="5129348" y="4780863"/>
            <a:chExt cx="4012877" cy="359400"/>
          </a:xfrm>
        </p:grpSpPr>
        <p:pic>
          <p:nvPicPr>
            <p:cNvPr id="272" name="Google Shape;272;p27"/>
            <p:cNvPicPr preferRelativeResize="0"/>
            <p:nvPr/>
          </p:nvPicPr>
          <p:blipFill>
            <a:blip r:embed="rId3"/>
            <a:stretch>
              <a:fillRect/>
            </a:stretch>
          </p:blipFill>
          <p:spPr>
            <a:xfrm rot="10800000">
              <a:off x="5129348" y="4780863"/>
              <a:ext cx="4012877" cy="359400"/>
            </a:xfrm>
            <a:prstGeom prst="rect">
              <a:avLst/>
            </a:prstGeom>
            <a:noFill/>
            <a:ln>
              <a:noFill/>
            </a:ln>
          </p:spPr>
        </p:pic>
        <p:pic>
          <p:nvPicPr>
            <p:cNvPr id="273" name="Google Shape;273;p27"/>
            <p:cNvPicPr preferRelativeResize="0"/>
            <p:nvPr/>
          </p:nvPicPr>
          <p:blipFill>
            <a:blip r:embed="rId4"/>
            <a:stretch>
              <a:fillRect/>
            </a:stretch>
          </p:blipFill>
          <p:spPr>
            <a:xfrm rot="10800000">
              <a:off x="7293388" y="4911768"/>
              <a:ext cx="1585464" cy="69000"/>
            </a:xfrm>
            <a:prstGeom prst="rect">
              <a:avLst/>
            </a:prstGeom>
            <a:noFill/>
            <a:ln>
              <a:noFill/>
            </a:ln>
          </p:spPr>
        </p:pic>
      </p:grpSp>
      <p:pic>
        <p:nvPicPr>
          <p:cNvPr id="274" name="Google Shape;274;p27"/>
          <p:cNvPicPr preferRelativeResize="0"/>
          <p:nvPr/>
        </p:nvPicPr>
        <p:blipFill>
          <a:blip r:embed="rId5"/>
          <a:stretch>
            <a:fillRect/>
          </a:stretch>
        </p:blipFill>
        <p:spPr>
          <a:xfrm rot="-5400000">
            <a:off x="-25" y="0"/>
            <a:ext cx="972775" cy="97277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6">
  <p:cSld name="TITLE_ONLY_6">
    <p:spTree>
      <p:nvGrpSpPr>
        <p:cNvPr id="275" name="Shape 275"/>
        <p:cNvGrpSpPr/>
        <p:nvPr/>
      </p:nvGrpSpPr>
      <p:grpSpPr>
        <a:xfrm>
          <a:off x="0" y="0"/>
          <a:ext cx="0" cy="0"/>
          <a:chOff x="0" y="0"/>
          <a:chExt cx="0" cy="0"/>
        </a:xfrm>
      </p:grpSpPr>
      <p:pic>
        <p:nvPicPr>
          <p:cNvPr id="276" name="Google Shape;276;p28"/>
          <p:cNvPicPr preferRelativeResize="0"/>
          <p:nvPr/>
        </p:nvPicPr>
        <p:blipFill>
          <a:blip r:embed="rId2"/>
          <a:stretch>
            <a:fillRect/>
          </a:stretch>
        </p:blipFill>
        <p:spPr>
          <a:xfrm>
            <a:off x="-25" y="0"/>
            <a:ext cx="9144000" cy="5143500"/>
          </a:xfrm>
          <a:prstGeom prst="rect">
            <a:avLst/>
          </a:prstGeom>
          <a:noFill/>
          <a:ln>
            <a:noFill/>
          </a:ln>
        </p:spPr>
      </p:pic>
      <p:sp>
        <p:nvSpPr>
          <p:cNvPr id="277" name="Google Shape;277;p28"/>
          <p:cNvSpPr txBox="1"/>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278" name="Google Shape;278;p28"/>
          <p:cNvGrpSpPr/>
          <p:nvPr/>
        </p:nvGrpSpPr>
        <p:grpSpPr>
          <a:xfrm>
            <a:off x="0" y="12"/>
            <a:ext cx="9144000" cy="5143487"/>
            <a:chOff x="0" y="12"/>
            <a:chExt cx="9144000" cy="5143487"/>
          </a:xfrm>
        </p:grpSpPr>
        <p:pic>
          <p:nvPicPr>
            <p:cNvPr id="279" name="Google Shape;279;p28"/>
            <p:cNvPicPr preferRelativeResize="0"/>
            <p:nvPr/>
          </p:nvPicPr>
          <p:blipFill>
            <a:blip r:embed="rId3"/>
            <a:stretch>
              <a:fillRect/>
            </a:stretch>
          </p:blipFill>
          <p:spPr>
            <a:xfrm rot="-5400000" flipH="1">
              <a:off x="0" y="4170725"/>
              <a:ext cx="972775" cy="972775"/>
            </a:xfrm>
            <a:prstGeom prst="rect">
              <a:avLst/>
            </a:prstGeom>
            <a:noFill/>
            <a:ln>
              <a:noFill/>
            </a:ln>
          </p:spPr>
        </p:pic>
        <p:pic>
          <p:nvPicPr>
            <p:cNvPr id="280" name="Google Shape;280;p28"/>
            <p:cNvPicPr preferRelativeResize="0"/>
            <p:nvPr/>
          </p:nvPicPr>
          <p:blipFill>
            <a:blip r:embed="rId4"/>
            <a:stretch>
              <a:fillRect/>
            </a:stretch>
          </p:blipFill>
          <p:spPr>
            <a:xfrm rot="-5400000" flipH="1">
              <a:off x="8171225" y="12"/>
              <a:ext cx="972775" cy="972775"/>
            </a:xfrm>
            <a:prstGeom prst="rect">
              <a:avLst/>
            </a:prstGeom>
            <a:noFill/>
            <a:ln>
              <a:noFill/>
            </a:ln>
          </p:spPr>
        </p:pic>
      </p:grpSp>
      <p:grpSp>
        <p:nvGrpSpPr>
          <p:cNvPr id="281" name="Google Shape;281;p28"/>
          <p:cNvGrpSpPr/>
          <p:nvPr/>
        </p:nvGrpSpPr>
        <p:grpSpPr>
          <a:xfrm rot="10800000">
            <a:off x="0" y="0"/>
            <a:ext cx="4012877" cy="359400"/>
            <a:chOff x="5129346" y="4780863"/>
            <a:chExt cx="4012877" cy="359400"/>
          </a:xfrm>
        </p:grpSpPr>
        <p:pic>
          <p:nvPicPr>
            <p:cNvPr id="282" name="Google Shape;282;p28"/>
            <p:cNvPicPr preferRelativeResize="0"/>
            <p:nvPr/>
          </p:nvPicPr>
          <p:blipFill>
            <a:blip r:embed="rId5"/>
            <a:stretch>
              <a:fillRect/>
            </a:stretch>
          </p:blipFill>
          <p:spPr>
            <a:xfrm rot="10800000">
              <a:off x="5129346" y="4780863"/>
              <a:ext cx="4012877" cy="359400"/>
            </a:xfrm>
            <a:prstGeom prst="rect">
              <a:avLst/>
            </a:prstGeom>
            <a:noFill/>
            <a:ln>
              <a:noFill/>
            </a:ln>
          </p:spPr>
        </p:pic>
        <p:pic>
          <p:nvPicPr>
            <p:cNvPr id="283" name="Google Shape;283;p28"/>
            <p:cNvPicPr preferRelativeResize="0"/>
            <p:nvPr/>
          </p:nvPicPr>
          <p:blipFill>
            <a:blip r:embed="rId6"/>
            <a:stretch>
              <a:fillRect/>
            </a:stretch>
          </p:blipFill>
          <p:spPr>
            <a:xfrm rot="10800000">
              <a:off x="7293388" y="4926068"/>
              <a:ext cx="1585464" cy="69000"/>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284" name="Shape 284"/>
        <p:cNvGrpSpPr/>
        <p:nvPr/>
      </p:nvGrpSpPr>
      <p:grpSpPr>
        <a:xfrm>
          <a:off x="0" y="0"/>
          <a:ext cx="0" cy="0"/>
          <a:chOff x="0" y="0"/>
          <a:chExt cx="0" cy="0"/>
        </a:xfrm>
      </p:grpSpPr>
      <p:pic>
        <p:nvPicPr>
          <p:cNvPr id="285" name="Google Shape;285;p29"/>
          <p:cNvPicPr preferRelativeResize="0"/>
          <p:nvPr/>
        </p:nvPicPr>
        <p:blipFill>
          <a:blip r:embed="rId2"/>
          <a:stretch>
            <a:fillRect/>
          </a:stretch>
        </p:blipFill>
        <p:spPr>
          <a:xfrm>
            <a:off x="-25" y="0"/>
            <a:ext cx="9144000" cy="5143500"/>
          </a:xfrm>
          <a:prstGeom prst="rect">
            <a:avLst/>
          </a:prstGeom>
          <a:noFill/>
          <a:ln>
            <a:noFill/>
          </a:ln>
        </p:spPr>
      </p:pic>
      <p:sp>
        <p:nvSpPr>
          <p:cNvPr id="286" name="Google Shape;286;p29"/>
          <p:cNvSpPr txBox="1"/>
          <p:nvPr>
            <p:ph type="title"/>
          </p:nvPr>
        </p:nvSpPr>
        <p:spPr>
          <a:xfrm>
            <a:off x="713227" y="540000"/>
            <a:ext cx="41514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87" name="Google Shape;287;p29"/>
          <p:cNvSpPr txBox="1"/>
          <p:nvPr>
            <p:ph type="subTitle" idx="1"/>
          </p:nvPr>
        </p:nvSpPr>
        <p:spPr>
          <a:xfrm>
            <a:off x="713213" y="2369350"/>
            <a:ext cx="3699300" cy="105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p:txBody>
      </p:sp>
      <p:sp>
        <p:nvSpPr>
          <p:cNvPr id="288" name="Google Shape;288;p29"/>
          <p:cNvSpPr/>
          <p:nvPr>
            <p:ph type="pic" idx="2"/>
          </p:nvPr>
        </p:nvSpPr>
        <p:spPr>
          <a:xfrm>
            <a:off x="713225" y="539550"/>
            <a:ext cx="3072600" cy="4064400"/>
          </a:xfrm>
          <a:prstGeom prst="round2DiagRect">
            <a:avLst>
              <a:gd name="adj1" fmla="val 16667"/>
              <a:gd name="adj2" fmla="val 0"/>
            </a:avLst>
          </a:prstGeom>
          <a:noFill/>
          <a:ln>
            <a:noFill/>
          </a:ln>
        </p:spPr>
      </p:sp>
      <p:grpSp>
        <p:nvGrpSpPr>
          <p:cNvPr id="289" name="Google Shape;289;p29"/>
          <p:cNvGrpSpPr/>
          <p:nvPr/>
        </p:nvGrpSpPr>
        <p:grpSpPr>
          <a:xfrm>
            <a:off x="-6816" y="0"/>
            <a:ext cx="9150952" cy="5153913"/>
            <a:chOff x="-6816" y="0"/>
            <a:chExt cx="9150952" cy="5153913"/>
          </a:xfrm>
        </p:grpSpPr>
        <p:grpSp>
          <p:nvGrpSpPr>
            <p:cNvPr id="290" name="Google Shape;290;p29"/>
            <p:cNvGrpSpPr/>
            <p:nvPr/>
          </p:nvGrpSpPr>
          <p:grpSpPr>
            <a:xfrm flipH="1">
              <a:off x="5354613" y="0"/>
              <a:ext cx="3789523" cy="359400"/>
              <a:chOff x="0" y="0"/>
              <a:chExt cx="3789523" cy="359400"/>
            </a:xfrm>
          </p:grpSpPr>
          <p:pic>
            <p:nvPicPr>
              <p:cNvPr id="291" name="Google Shape;291;p29"/>
              <p:cNvPicPr preferRelativeResize="0"/>
              <p:nvPr/>
            </p:nvPicPr>
            <p:blipFill>
              <a:blip r:embed="rId3"/>
              <a:stretch>
                <a:fillRect/>
              </a:stretch>
            </p:blipFill>
            <p:spPr>
              <a:xfrm>
                <a:off x="0" y="0"/>
                <a:ext cx="3789523" cy="359400"/>
              </a:xfrm>
              <a:prstGeom prst="rect">
                <a:avLst/>
              </a:prstGeom>
              <a:noFill/>
              <a:ln>
                <a:noFill/>
              </a:ln>
            </p:spPr>
          </p:pic>
          <p:pic>
            <p:nvPicPr>
              <p:cNvPr id="292" name="Google Shape;292;p29"/>
              <p:cNvPicPr preferRelativeResize="0"/>
              <p:nvPr/>
            </p:nvPicPr>
            <p:blipFill>
              <a:blip r:embed="rId4"/>
              <a:stretch>
                <a:fillRect/>
              </a:stretch>
            </p:blipFill>
            <p:spPr>
              <a:xfrm>
                <a:off x="265125" y="145205"/>
                <a:ext cx="1585464" cy="69000"/>
              </a:xfrm>
              <a:prstGeom prst="rect">
                <a:avLst/>
              </a:prstGeom>
              <a:noFill/>
              <a:ln>
                <a:noFill/>
              </a:ln>
            </p:spPr>
          </p:pic>
        </p:grpSp>
        <p:grpSp>
          <p:nvGrpSpPr>
            <p:cNvPr id="293" name="Google Shape;293;p29"/>
            <p:cNvGrpSpPr/>
            <p:nvPr/>
          </p:nvGrpSpPr>
          <p:grpSpPr>
            <a:xfrm flipH="1">
              <a:off x="-6816" y="4765888"/>
              <a:ext cx="3785698" cy="388025"/>
              <a:chOff x="5363346" y="4765888"/>
              <a:chExt cx="3785698" cy="388025"/>
            </a:xfrm>
          </p:grpSpPr>
          <p:pic>
            <p:nvPicPr>
              <p:cNvPr id="294" name="Google Shape;294;p29"/>
              <p:cNvPicPr preferRelativeResize="0"/>
              <p:nvPr/>
            </p:nvPicPr>
            <p:blipFill>
              <a:blip r:embed="rId5"/>
              <a:stretch>
                <a:fillRect/>
              </a:stretch>
            </p:blipFill>
            <p:spPr>
              <a:xfrm rot="10800000">
                <a:off x="5363346" y="4765888"/>
                <a:ext cx="3785698" cy="388025"/>
              </a:xfrm>
              <a:prstGeom prst="rect">
                <a:avLst/>
              </a:prstGeom>
              <a:noFill/>
              <a:ln>
                <a:noFill/>
              </a:ln>
            </p:spPr>
          </p:pic>
          <p:pic>
            <p:nvPicPr>
              <p:cNvPr id="295" name="Google Shape;295;p29"/>
              <p:cNvPicPr preferRelativeResize="0"/>
              <p:nvPr/>
            </p:nvPicPr>
            <p:blipFill>
              <a:blip r:embed="rId4"/>
              <a:stretch>
                <a:fillRect/>
              </a:stretch>
            </p:blipFill>
            <p:spPr>
              <a:xfrm rot="10800000">
                <a:off x="7300206" y="4925405"/>
                <a:ext cx="1585464" cy="69000"/>
              </a:xfrm>
              <a:prstGeom prst="rect">
                <a:avLst/>
              </a:prstGeom>
              <a:noFill/>
              <a:ln>
                <a:noFill/>
              </a:ln>
            </p:spPr>
          </p:pic>
        </p:grpSp>
      </p:grpSp>
      <p:grpSp>
        <p:nvGrpSpPr>
          <p:cNvPr id="296" name="Google Shape;296;p29"/>
          <p:cNvGrpSpPr/>
          <p:nvPr/>
        </p:nvGrpSpPr>
        <p:grpSpPr>
          <a:xfrm>
            <a:off x="0" y="-11538"/>
            <a:ext cx="9143999" cy="5155025"/>
            <a:chOff x="0" y="-11538"/>
            <a:chExt cx="9143999" cy="5155025"/>
          </a:xfrm>
        </p:grpSpPr>
        <p:pic>
          <p:nvPicPr>
            <p:cNvPr id="297" name="Google Shape;297;p29"/>
            <p:cNvPicPr preferRelativeResize="0"/>
            <p:nvPr/>
          </p:nvPicPr>
          <p:blipFill>
            <a:blip r:embed="rId6"/>
            <a:stretch>
              <a:fillRect/>
            </a:stretch>
          </p:blipFill>
          <p:spPr>
            <a:xfrm flipH="1">
              <a:off x="0" y="-11538"/>
              <a:ext cx="972775" cy="972775"/>
            </a:xfrm>
            <a:prstGeom prst="rect">
              <a:avLst/>
            </a:prstGeom>
            <a:noFill/>
            <a:ln>
              <a:noFill/>
            </a:ln>
          </p:spPr>
        </p:pic>
        <p:pic>
          <p:nvPicPr>
            <p:cNvPr id="298" name="Google Shape;298;p29"/>
            <p:cNvPicPr preferRelativeResize="0"/>
            <p:nvPr/>
          </p:nvPicPr>
          <p:blipFill>
            <a:blip r:embed="rId7"/>
            <a:stretch>
              <a:fillRect/>
            </a:stretch>
          </p:blipFill>
          <p:spPr>
            <a:xfrm flipH="1">
              <a:off x="8171224" y="4170713"/>
              <a:ext cx="972775" cy="972775"/>
            </a:xfrm>
            <a:prstGeom prst="rect">
              <a:avLst/>
            </a:prstGeom>
            <a:noFill/>
            <a:ln>
              <a:noFill/>
            </a:ln>
          </p:spPr>
        </p:pic>
      </p:grpSp>
      <p:sp>
        <p:nvSpPr>
          <p:cNvPr id="299" name="Google Shape;299;p29"/>
          <p:cNvSpPr txBox="1"/>
          <p:nvPr/>
        </p:nvSpPr>
        <p:spPr>
          <a:xfrm>
            <a:off x="713224" y="3542325"/>
            <a:ext cx="3425400" cy="648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GB" sz="1000" b="1">
                <a:solidFill>
                  <a:schemeClr val="dk1"/>
                </a:solidFill>
                <a:latin typeface="Poppins" panose="00000800000000000000"/>
                <a:ea typeface="Poppins" panose="00000800000000000000"/>
                <a:cs typeface="Poppins" panose="00000800000000000000"/>
                <a:sym typeface="Poppins" panose="00000800000000000000"/>
              </a:rPr>
              <a:t>CREDITS:</a:t>
            </a:r>
            <a:r>
              <a:rPr lang="en-GB" sz="1000">
                <a:solidFill>
                  <a:schemeClr val="dk1"/>
                </a:solidFill>
                <a:latin typeface="Poppins" panose="00000800000000000000"/>
                <a:ea typeface="Poppins" panose="00000800000000000000"/>
                <a:cs typeface="Poppins" panose="00000800000000000000"/>
                <a:sym typeface="Poppins" panose="00000800000000000000"/>
              </a:rPr>
              <a:t> This presentation template was created by </a:t>
            </a:r>
            <a:r>
              <a:rPr lang="en-GB" sz="1000" b="1" u="sng">
                <a:solidFill>
                  <a:schemeClr val="hlink"/>
                </a:solidFill>
                <a:latin typeface="Poppins" panose="00000800000000000000"/>
                <a:ea typeface="Poppins" panose="00000800000000000000"/>
                <a:cs typeface="Poppins" panose="00000800000000000000"/>
                <a:sym typeface="Poppins" panose="00000800000000000000"/>
                <a:hlinkClick r:id="rId8"/>
              </a:rPr>
              <a:t>Slidesgo</a:t>
            </a:r>
            <a:r>
              <a:rPr lang="en-GB" sz="1000">
                <a:solidFill>
                  <a:schemeClr val="dk1"/>
                </a:solidFill>
                <a:latin typeface="Poppins" panose="00000800000000000000"/>
                <a:ea typeface="Poppins" panose="00000800000000000000"/>
                <a:cs typeface="Poppins" panose="00000800000000000000"/>
                <a:sym typeface="Poppins" panose="00000800000000000000"/>
              </a:rPr>
              <a:t>, and includes icons, infographics &amp; images by </a:t>
            </a:r>
            <a:r>
              <a:rPr lang="en-GB" sz="1000" b="1" u="sng">
                <a:solidFill>
                  <a:schemeClr val="dk1"/>
                </a:solidFill>
                <a:latin typeface="Poppins" panose="00000800000000000000"/>
                <a:ea typeface="Poppins" panose="00000800000000000000"/>
                <a:cs typeface="Poppins" panose="00000800000000000000"/>
                <a:sym typeface="Poppins" panose="00000800000000000000"/>
                <a:hlinkClick r:id="rId9"/>
              </a:rPr>
              <a:t>Freepik</a:t>
            </a:r>
            <a:r>
              <a:rPr lang="en-GB" sz="1000" u="sng">
                <a:solidFill>
                  <a:schemeClr val="dk1"/>
                </a:solidFill>
                <a:latin typeface="Poppins" panose="00000800000000000000"/>
                <a:ea typeface="Poppins" panose="00000800000000000000"/>
                <a:cs typeface="Poppins" panose="00000800000000000000"/>
                <a:sym typeface="Poppins" panose="00000800000000000000"/>
              </a:rPr>
              <a:t> </a:t>
            </a:r>
            <a:endParaRPr sz="1000" b="1" u="sng">
              <a:solidFill>
                <a:schemeClr val="dk1"/>
              </a:solidFill>
              <a:latin typeface="Poppins" panose="00000800000000000000"/>
              <a:ea typeface="Poppins" panose="00000800000000000000"/>
              <a:cs typeface="Poppins" panose="00000800000000000000"/>
              <a:sym typeface="Poppins" panose="0000080000000000000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300" name="Shape 300"/>
        <p:cNvGrpSpPr/>
        <p:nvPr/>
      </p:nvGrpSpPr>
      <p:grpSpPr>
        <a:xfrm>
          <a:off x="0" y="0"/>
          <a:ext cx="0" cy="0"/>
          <a:chOff x="0" y="0"/>
          <a:chExt cx="0" cy="0"/>
        </a:xfrm>
      </p:grpSpPr>
      <p:pic>
        <p:nvPicPr>
          <p:cNvPr id="301" name="Google Shape;301;p30"/>
          <p:cNvPicPr preferRelativeResize="0"/>
          <p:nvPr/>
        </p:nvPicPr>
        <p:blipFill>
          <a:blip r:embed="rId2"/>
          <a:stretch>
            <a:fillRect/>
          </a:stretch>
        </p:blipFill>
        <p:spPr>
          <a:xfrm>
            <a:off x="-25" y="0"/>
            <a:ext cx="9144000" cy="5143500"/>
          </a:xfrm>
          <a:prstGeom prst="rect">
            <a:avLst/>
          </a:prstGeom>
          <a:noFill/>
          <a:ln>
            <a:noFill/>
          </a:ln>
        </p:spPr>
      </p:pic>
      <p:pic>
        <p:nvPicPr>
          <p:cNvPr id="302" name="Google Shape;302;p30"/>
          <p:cNvPicPr preferRelativeResize="0"/>
          <p:nvPr/>
        </p:nvPicPr>
        <p:blipFill>
          <a:blip r:embed="rId2"/>
          <a:stretch>
            <a:fillRect/>
          </a:stretch>
        </p:blipFill>
        <p:spPr>
          <a:xfrm>
            <a:off x="-25" y="0"/>
            <a:ext cx="9144000" cy="5143500"/>
          </a:xfrm>
          <a:prstGeom prst="rect">
            <a:avLst/>
          </a:prstGeom>
          <a:noFill/>
          <a:ln>
            <a:noFill/>
          </a:ln>
        </p:spPr>
      </p:pic>
      <p:pic>
        <p:nvPicPr>
          <p:cNvPr id="303" name="Google Shape;303;p30"/>
          <p:cNvPicPr preferRelativeResize="0"/>
          <p:nvPr/>
        </p:nvPicPr>
        <p:blipFill rotWithShape="1">
          <a:blip r:embed="rId3"/>
          <a:srcRect t="129" b="129"/>
          <a:stretch>
            <a:fillRect/>
          </a:stretch>
        </p:blipFill>
        <p:spPr>
          <a:xfrm rot="-5400000">
            <a:off x="-145124" y="3582752"/>
            <a:ext cx="1716695" cy="1307947"/>
          </a:xfrm>
          <a:prstGeom prst="rect">
            <a:avLst/>
          </a:prstGeom>
          <a:noFill/>
          <a:ln>
            <a:noFill/>
          </a:ln>
        </p:spPr>
      </p:pic>
      <p:pic>
        <p:nvPicPr>
          <p:cNvPr id="304" name="Google Shape;304;p30"/>
          <p:cNvPicPr preferRelativeResize="0"/>
          <p:nvPr/>
        </p:nvPicPr>
        <p:blipFill>
          <a:blip r:embed="rId4"/>
          <a:stretch>
            <a:fillRect/>
          </a:stretch>
        </p:blipFill>
        <p:spPr>
          <a:xfrm>
            <a:off x="7906088" y="-13650"/>
            <a:ext cx="1251550" cy="1251550"/>
          </a:xfrm>
          <a:prstGeom prst="rect">
            <a:avLst/>
          </a:prstGeom>
          <a:noFill/>
          <a:ln>
            <a:noFill/>
          </a:ln>
        </p:spPr>
      </p:pic>
      <p:grpSp>
        <p:nvGrpSpPr>
          <p:cNvPr id="305" name="Google Shape;305;p30"/>
          <p:cNvGrpSpPr/>
          <p:nvPr/>
        </p:nvGrpSpPr>
        <p:grpSpPr>
          <a:xfrm>
            <a:off x="0" y="-13638"/>
            <a:ext cx="8878852" cy="4923618"/>
            <a:chOff x="0" y="-13638"/>
            <a:chExt cx="8878852" cy="4923618"/>
          </a:xfrm>
        </p:grpSpPr>
        <p:pic>
          <p:nvPicPr>
            <p:cNvPr id="306" name="Google Shape;306;p30"/>
            <p:cNvPicPr preferRelativeResize="0"/>
            <p:nvPr/>
          </p:nvPicPr>
          <p:blipFill>
            <a:blip r:embed="rId5"/>
            <a:stretch>
              <a:fillRect/>
            </a:stretch>
          </p:blipFill>
          <p:spPr>
            <a:xfrm rot="10800000">
              <a:off x="7293388" y="4840980"/>
              <a:ext cx="1585464" cy="69000"/>
            </a:xfrm>
            <a:prstGeom prst="rect">
              <a:avLst/>
            </a:prstGeom>
            <a:noFill/>
            <a:ln>
              <a:noFill/>
            </a:ln>
          </p:spPr>
        </p:pic>
        <p:grpSp>
          <p:nvGrpSpPr>
            <p:cNvPr id="307" name="Google Shape;307;p30"/>
            <p:cNvGrpSpPr/>
            <p:nvPr/>
          </p:nvGrpSpPr>
          <p:grpSpPr>
            <a:xfrm>
              <a:off x="0" y="-13638"/>
              <a:ext cx="6523526" cy="536050"/>
              <a:chOff x="0" y="-13638"/>
              <a:chExt cx="6523526" cy="536050"/>
            </a:xfrm>
          </p:grpSpPr>
          <p:pic>
            <p:nvPicPr>
              <p:cNvPr id="308" name="Google Shape;308;p30"/>
              <p:cNvPicPr preferRelativeResize="0"/>
              <p:nvPr/>
            </p:nvPicPr>
            <p:blipFill>
              <a:blip r:embed="rId6"/>
              <a:stretch>
                <a:fillRect/>
              </a:stretch>
            </p:blipFill>
            <p:spPr>
              <a:xfrm>
                <a:off x="0" y="-13638"/>
                <a:ext cx="6523526" cy="536050"/>
              </a:xfrm>
              <a:prstGeom prst="rect">
                <a:avLst/>
              </a:prstGeom>
              <a:noFill/>
              <a:ln>
                <a:noFill/>
              </a:ln>
            </p:spPr>
          </p:pic>
          <p:pic>
            <p:nvPicPr>
              <p:cNvPr id="309" name="Google Shape;309;p30"/>
              <p:cNvPicPr preferRelativeResize="0"/>
              <p:nvPr/>
            </p:nvPicPr>
            <p:blipFill>
              <a:blip r:embed="rId5"/>
              <a:stretch>
                <a:fillRect/>
              </a:stretch>
            </p:blipFill>
            <p:spPr>
              <a:xfrm>
                <a:off x="265125" y="232968"/>
                <a:ext cx="1585464" cy="69000"/>
              </a:xfrm>
              <a:prstGeom prst="rect">
                <a:avLst/>
              </a:prstGeom>
              <a:noFill/>
              <a:ln>
                <a:noFill/>
              </a:ln>
            </p:spPr>
          </p:pic>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310" name="Shape 310"/>
        <p:cNvGrpSpPr/>
        <p:nvPr/>
      </p:nvGrpSpPr>
      <p:grpSpPr>
        <a:xfrm>
          <a:off x="0" y="0"/>
          <a:ext cx="0" cy="0"/>
          <a:chOff x="0" y="0"/>
          <a:chExt cx="0" cy="0"/>
        </a:xfrm>
      </p:grpSpPr>
      <p:pic>
        <p:nvPicPr>
          <p:cNvPr id="311" name="Google Shape;311;p31"/>
          <p:cNvPicPr preferRelativeResize="0"/>
          <p:nvPr/>
        </p:nvPicPr>
        <p:blipFill>
          <a:blip r:embed="rId2"/>
          <a:stretch>
            <a:fillRect/>
          </a:stretch>
        </p:blipFill>
        <p:spPr>
          <a:xfrm>
            <a:off x="-25" y="0"/>
            <a:ext cx="9144000" cy="5143500"/>
          </a:xfrm>
          <a:prstGeom prst="rect">
            <a:avLst/>
          </a:prstGeom>
          <a:noFill/>
          <a:ln>
            <a:noFill/>
          </a:ln>
        </p:spPr>
      </p:pic>
      <p:pic>
        <p:nvPicPr>
          <p:cNvPr id="312" name="Google Shape;312;p31"/>
          <p:cNvPicPr preferRelativeResize="0"/>
          <p:nvPr/>
        </p:nvPicPr>
        <p:blipFill rotWithShape="1">
          <a:blip r:embed="rId3"/>
          <a:srcRect l="73637" t="129" b="129"/>
          <a:stretch>
            <a:fillRect/>
          </a:stretch>
        </p:blipFill>
        <p:spPr>
          <a:xfrm>
            <a:off x="8632789" y="38875"/>
            <a:ext cx="452574" cy="1307951"/>
          </a:xfrm>
          <a:prstGeom prst="rect">
            <a:avLst/>
          </a:prstGeom>
          <a:noFill/>
          <a:ln>
            <a:noFill/>
          </a:ln>
        </p:spPr>
      </p:pic>
      <p:grpSp>
        <p:nvGrpSpPr>
          <p:cNvPr id="313" name="Google Shape;313;p31"/>
          <p:cNvGrpSpPr/>
          <p:nvPr/>
        </p:nvGrpSpPr>
        <p:grpSpPr>
          <a:xfrm>
            <a:off x="-26" y="-20456"/>
            <a:ext cx="972776" cy="5162894"/>
            <a:chOff x="-26" y="-20456"/>
            <a:chExt cx="972776" cy="5162894"/>
          </a:xfrm>
        </p:grpSpPr>
        <p:pic>
          <p:nvPicPr>
            <p:cNvPr id="314" name="Google Shape;314;p31"/>
            <p:cNvPicPr preferRelativeResize="0"/>
            <p:nvPr/>
          </p:nvPicPr>
          <p:blipFill>
            <a:blip r:embed="rId4"/>
            <a:stretch>
              <a:fillRect/>
            </a:stretch>
          </p:blipFill>
          <p:spPr>
            <a:xfrm flipH="1">
              <a:off x="-25" y="-20456"/>
              <a:ext cx="972775" cy="972775"/>
            </a:xfrm>
            <a:prstGeom prst="rect">
              <a:avLst/>
            </a:prstGeom>
            <a:noFill/>
            <a:ln>
              <a:noFill/>
            </a:ln>
          </p:spPr>
        </p:pic>
        <p:pic>
          <p:nvPicPr>
            <p:cNvPr id="315" name="Google Shape;315;p31"/>
            <p:cNvPicPr preferRelativeResize="0"/>
            <p:nvPr/>
          </p:nvPicPr>
          <p:blipFill>
            <a:blip r:embed="rId5"/>
            <a:stretch>
              <a:fillRect/>
            </a:stretch>
          </p:blipFill>
          <p:spPr>
            <a:xfrm rot="5400000" flipH="1">
              <a:off x="-26" y="4169663"/>
              <a:ext cx="972775" cy="972775"/>
            </a:xfrm>
            <a:prstGeom prst="rect">
              <a:avLst/>
            </a:prstGeom>
            <a:noFill/>
            <a:ln>
              <a:noFill/>
            </a:ln>
          </p:spPr>
        </p:pic>
      </p:grpSp>
      <p:grpSp>
        <p:nvGrpSpPr>
          <p:cNvPr id="316" name="Google Shape;316;p31"/>
          <p:cNvGrpSpPr/>
          <p:nvPr/>
        </p:nvGrpSpPr>
        <p:grpSpPr>
          <a:xfrm rot="10800000">
            <a:off x="5368113" y="4784100"/>
            <a:ext cx="3789523" cy="359400"/>
            <a:chOff x="-13638" y="0"/>
            <a:chExt cx="3789523" cy="359400"/>
          </a:xfrm>
        </p:grpSpPr>
        <p:pic>
          <p:nvPicPr>
            <p:cNvPr id="317" name="Google Shape;317;p31"/>
            <p:cNvPicPr preferRelativeResize="0"/>
            <p:nvPr/>
          </p:nvPicPr>
          <p:blipFill>
            <a:blip r:embed="rId6"/>
            <a:stretch>
              <a:fillRect/>
            </a:stretch>
          </p:blipFill>
          <p:spPr>
            <a:xfrm>
              <a:off x="-13638" y="0"/>
              <a:ext cx="3789523" cy="359400"/>
            </a:xfrm>
            <a:prstGeom prst="rect">
              <a:avLst/>
            </a:prstGeom>
            <a:noFill/>
            <a:ln>
              <a:noFill/>
            </a:ln>
          </p:spPr>
        </p:pic>
        <p:pic>
          <p:nvPicPr>
            <p:cNvPr id="318" name="Google Shape;318;p31"/>
            <p:cNvPicPr preferRelativeResize="0"/>
            <p:nvPr/>
          </p:nvPicPr>
          <p:blipFill>
            <a:blip r:embed="rId7"/>
            <a:stretch>
              <a:fillRect/>
            </a:stretch>
          </p:blipFill>
          <p:spPr>
            <a:xfrm>
              <a:off x="265125" y="145205"/>
              <a:ext cx="1585464" cy="6900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1" Type="http://schemas.openxmlformats.org/officeDocument/2006/relationships/theme" Target="../theme/theme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1pPr>
            <a:lvl2pPr lvl="1"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2pPr>
            <a:lvl3pPr lvl="2"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3pPr>
            <a:lvl4pPr lvl="3"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4pPr>
            <a:lvl5pPr lvl="4"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5pPr>
            <a:lvl6pPr lvl="5"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6pPr>
            <a:lvl7pPr lvl="6"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7pPr>
            <a:lvl8pPr lvl="7"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8pPr>
            <a:lvl9pPr lvl="8" rtl="0">
              <a:spcBef>
                <a:spcPts val="0"/>
              </a:spcBef>
              <a:spcAft>
                <a:spcPts val="0"/>
              </a:spcAft>
              <a:buClr>
                <a:schemeClr val="dk1"/>
              </a:buClr>
              <a:buSzPts val="3000"/>
              <a:buFont typeface="Poppins" panose="00000800000000000000"/>
              <a:buNone/>
              <a:defRPr sz="3000" b="1">
                <a:solidFill>
                  <a:schemeClr val="dk1"/>
                </a:solidFill>
                <a:latin typeface="Poppins" panose="00000800000000000000"/>
                <a:ea typeface="Poppins" panose="00000800000000000000"/>
                <a:cs typeface="Poppins" panose="00000800000000000000"/>
                <a:sym typeface="Poppins" panose="00000800000000000000"/>
              </a:defRPr>
            </a:lvl9pPr>
          </a:lstStyle>
          <a:p/>
        </p:txBody>
      </p:sp>
      <p:sp>
        <p:nvSpPr>
          <p:cNvPr id="7" name="Google Shape;7;p1"/>
          <p:cNvSpPr txBox="1"/>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1pPr>
            <a:lvl2pPr marL="914400" lvl="1"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2pPr>
            <a:lvl3pPr marL="1371600" lvl="2"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3pPr>
            <a:lvl4pPr marL="1828800" lvl="3"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4pPr>
            <a:lvl5pPr marL="2286000" lvl="4"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5pPr>
            <a:lvl6pPr marL="2743200" lvl="5"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6pPr>
            <a:lvl7pPr marL="3200400" lvl="6"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7pPr>
            <a:lvl8pPr marL="3657600" lvl="7"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8pPr>
            <a:lvl9pPr marL="4114800" lvl="8" indent="-304800">
              <a:lnSpc>
                <a:spcPct val="100000"/>
              </a:lnSpc>
              <a:spcBef>
                <a:spcPts val="0"/>
              </a:spcBef>
              <a:spcAft>
                <a:spcPts val="0"/>
              </a:spcAft>
              <a:buClr>
                <a:schemeClr val="dk1"/>
              </a:buClr>
              <a:buSzPts val="1200"/>
              <a:buFont typeface="Poppins" panose="00000800000000000000"/>
              <a:buChar char="■"/>
              <a:defRPr sz="1200">
                <a:solidFill>
                  <a:schemeClr val="dk1"/>
                </a:solidFill>
                <a:latin typeface="Poppins" panose="00000800000000000000"/>
                <a:ea typeface="Poppins" panose="00000800000000000000"/>
                <a:cs typeface="Poppins" panose="00000800000000000000"/>
                <a:sym typeface="Poppins" panose="00000800000000000000"/>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28" name="Shape 328"/>
        <p:cNvGrpSpPr/>
        <p:nvPr/>
      </p:nvGrpSpPr>
      <p:grpSpPr>
        <a:xfrm>
          <a:off x="0" y="0"/>
          <a:ext cx="0" cy="0"/>
          <a:chOff x="0" y="0"/>
          <a:chExt cx="0" cy="0"/>
        </a:xfrm>
      </p:grpSpPr>
      <p:sp>
        <p:nvSpPr>
          <p:cNvPr id="2" name="Subtitle 1"/>
          <p:cNvSpPr/>
          <p:nvPr>
            <p:ph type="subTitle" idx="1"/>
          </p:nvPr>
        </p:nvSpPr>
        <p:spPr>
          <a:xfrm>
            <a:off x="972185" y="704215"/>
            <a:ext cx="7199630" cy="2956560"/>
          </a:xfrm>
        </p:spPr>
        <p:txBody>
          <a:bodyPr/>
          <a:p>
            <a:r>
              <a:rPr lang="en-US" altLang="en-US" sz="2000">
                <a:solidFill>
                  <a:srgbClr val="00B0F0"/>
                </a:solidFill>
              </a:rPr>
              <a:t>Local Data Storage &amp; Key-Value Storage in Mobile Apps</a:t>
            </a:r>
            <a:endParaRPr lang="en-US" altLang="en-US" sz="2000">
              <a:solidFill>
                <a:srgbClr val="00B0F0"/>
              </a:solidFill>
            </a:endParaRPr>
          </a:p>
          <a:p>
            <a:endParaRPr lang="en-US" altLang="en-US" sz="1600"/>
          </a:p>
          <a:p>
            <a:pPr algn="l">
              <a:lnSpc>
                <a:spcPct val="150000"/>
              </a:lnSpc>
            </a:pPr>
            <a:r>
              <a:rPr lang="en-US" altLang="en-US" sz="1600"/>
              <a:t>Name:umer selahadin</a:t>
            </a:r>
            <a:endParaRPr lang="en-US" altLang="en-US" sz="1600"/>
          </a:p>
          <a:p>
            <a:pPr algn="l">
              <a:lnSpc>
                <a:spcPct val="150000"/>
              </a:lnSpc>
            </a:pPr>
            <a:r>
              <a:rPr lang="en-US" altLang="en-US" sz="1600"/>
              <a:t>Id: 1022/15</a:t>
            </a:r>
            <a:endParaRPr lang="en-US" altLang="en-US" sz="1600"/>
          </a:p>
          <a:p>
            <a:pPr algn="l">
              <a:lnSpc>
                <a:spcPct val="150000"/>
              </a:lnSpc>
            </a:pPr>
            <a:r>
              <a:rPr lang="en-US" altLang="en-US" sz="1600"/>
              <a:t>Assigend question: 1&amp;2</a:t>
            </a:r>
            <a:endParaRPr lang="en-US" altLang="en-US" sz="1600"/>
          </a:p>
          <a:p>
            <a:pPr algn="l">
              <a:lnSpc>
                <a:spcPct val="150000"/>
              </a:lnSpc>
            </a:pPr>
            <a:r>
              <a:rPr lang="en-US" altLang="en-US" sz="1600"/>
              <a:t>Course:mobile application </a:t>
            </a:r>
            <a:endParaRPr lang="en-US" altLang="en-US" sz="1600"/>
          </a:p>
          <a:p>
            <a:pPr>
              <a:lnSpc>
                <a:spcPct val="150000"/>
              </a:lnSpc>
            </a:pPr>
            <a:r>
              <a:rPr lang="en-US" altLang="en-US" sz="2400">
                <a:solidFill>
                  <a:srgbClr val="FF0000"/>
                </a:solidFill>
              </a:rPr>
              <a:t>Project: Cafeteria Meal Management App</a:t>
            </a:r>
            <a:endParaRPr lang="en-US" altLang="en-US" sz="240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34" name="Shape 334"/>
        <p:cNvGrpSpPr/>
        <p:nvPr/>
      </p:nvGrpSpPr>
      <p:grpSpPr>
        <a:xfrm>
          <a:off x="0" y="0"/>
          <a:ext cx="0" cy="0"/>
          <a:chOff x="0" y="0"/>
          <a:chExt cx="0" cy="0"/>
        </a:xfrm>
      </p:grpSpPr>
      <p:sp>
        <p:nvSpPr>
          <p:cNvPr id="335" name="Google Shape;335;p36"/>
          <p:cNvSpPr txBox="1"/>
          <p:nvPr>
            <p:ph type="title"/>
          </p:nvPr>
        </p:nvSpPr>
        <p:spPr>
          <a:xfrm>
            <a:off x="539750" y="267335"/>
            <a:ext cx="7703820" cy="53213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US">
                <a:solidFill>
                  <a:srgbClr val="00B0F0"/>
                </a:solidFill>
              </a:rPr>
              <a:t>1. Principles of Local Data Storage</a:t>
            </a:r>
            <a:endParaRPr lang="en-US" altLang="en-US">
              <a:solidFill>
                <a:srgbClr val="00B0F0"/>
              </a:solidFill>
            </a:endParaRPr>
          </a:p>
        </p:txBody>
      </p:sp>
      <p:sp>
        <p:nvSpPr>
          <p:cNvPr id="1" name="Text Box 0"/>
          <p:cNvSpPr txBox="1"/>
          <p:nvPr/>
        </p:nvSpPr>
        <p:spPr>
          <a:xfrm>
            <a:off x="395605" y="548640"/>
            <a:ext cx="8070215" cy="4594860"/>
          </a:xfrm>
          <a:prstGeom prst="rect">
            <a:avLst/>
          </a:prstGeom>
        </p:spPr>
        <p:txBody>
          <a:bodyPr wrap="square">
            <a:spAutoFit/>
          </a:bodyPr>
          <a:p>
            <a:pPr>
              <a:lnSpc>
                <a:spcPct val="150000"/>
              </a:lnSpc>
              <a:spcAft>
                <a:spcPct val="60000"/>
              </a:spcAft>
            </a:pPr>
            <a:r>
              <a:rPr lang="en-US" altLang="zh-CN" sz="3200" b="1"/>
              <a:t> </a:t>
            </a:r>
            <a:r>
              <a:rPr lang="en-US" altLang="zh-CN" sz="3200" b="1">
                <a:solidFill>
                  <a:srgbClr val="FF0000"/>
                </a:solidFill>
              </a:rPr>
              <a:t>1.1,</a:t>
            </a:r>
            <a:r>
              <a:rPr lang="en-US" altLang="zh-CN" sz="2400" b="1">
                <a:solidFill>
                  <a:srgbClr val="FF0000"/>
                </a:solidFill>
              </a:rPr>
              <a:t>What is Local Data Storage in mobile application?</a:t>
            </a:r>
            <a:endParaRPr lang="en-US" altLang="zh-CN" sz="3200" b="1"/>
          </a:p>
          <a:p>
            <a:pPr marL="342900" indent="-342900">
              <a:lnSpc>
                <a:spcPct val="150000"/>
              </a:lnSpc>
              <a:spcAft>
                <a:spcPct val="60000"/>
              </a:spcAft>
              <a:buFont typeface="Wingdings" panose="05000000000000000000" charset="0"/>
              <a:buChar char="ü"/>
            </a:pPr>
            <a:r>
              <a:rPr lang="en-US" altLang="zh-CN" sz="2000" b="1">
                <a:latin typeface="Times New Roman" panose="02020603050405020304" charset="0"/>
                <a:cs typeface="Times New Roman" panose="02020603050405020304" charset="0"/>
              </a:rPr>
              <a:t>Local data storage refers to saving data directly on the user’s mobile device instead of relying on a remote server.</a:t>
            </a:r>
            <a:endParaRPr lang="en-US" altLang="zh-CN" sz="2000" b="1">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000" b="1">
                <a:latin typeface="Times New Roman" panose="02020603050405020304" charset="0"/>
                <a:cs typeface="Times New Roman" panose="02020603050405020304" charset="0"/>
              </a:rPr>
              <a:t>This means the application can access important data such as user information, balance, or preferences without needing an internet connection.</a:t>
            </a:r>
            <a:endParaRPr lang="en-US" altLang="zh-CN" sz="2000" b="1">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000" b="1">
                <a:latin typeface="Times New Roman" panose="02020603050405020304" charset="0"/>
                <a:cs typeface="Times New Roman" panose="02020603050405020304" charset="0"/>
              </a:rPr>
              <a:t>In mobile applications, this is commonly implemented using tools like SharedPreferences or local databases</a:t>
            </a:r>
            <a:r>
              <a:rPr lang="en-US" altLang="zh-CN" sz="1800" b="1"/>
              <a:t>.</a:t>
            </a:r>
            <a:endParaRPr lang="en-US" altLang="zh-CN" sz="180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720000" y="267085"/>
            <a:ext cx="7704000" cy="572700"/>
          </a:xfrm>
        </p:spPr>
        <p:txBody>
          <a:bodyPr/>
          <a:p>
            <a:r>
              <a:rPr lang="en-US" altLang="en-US">
                <a:solidFill>
                  <a:srgbClr val="FF0000"/>
                </a:solidFill>
              </a:rPr>
              <a:t>1.2,Key Properties of Local Storage</a:t>
            </a:r>
            <a:endParaRPr lang="en-US" altLang="en-US">
              <a:solidFill>
                <a:srgbClr val="FF0000"/>
              </a:solidFill>
            </a:endParaRPr>
          </a:p>
        </p:txBody>
      </p:sp>
      <p:sp>
        <p:nvSpPr>
          <p:cNvPr id="4" name="Text Box 3"/>
          <p:cNvSpPr txBox="1"/>
          <p:nvPr/>
        </p:nvSpPr>
        <p:spPr>
          <a:xfrm>
            <a:off x="395605" y="915670"/>
            <a:ext cx="8161655" cy="3415030"/>
          </a:xfrm>
          <a:prstGeom prst="rect">
            <a:avLst/>
          </a:prstGeom>
        </p:spPr>
        <p:txBody>
          <a:bodyPr wrap="square">
            <a:spAutoFit/>
          </a:bodyPr>
          <a:p>
            <a:pPr marL="0" indent="0">
              <a:lnSpc>
                <a:spcPct val="150000"/>
              </a:lnSpc>
              <a:buFont typeface="Wingdings" panose="05000000000000000000" charset="0"/>
              <a:buNone/>
            </a:pPr>
            <a:r>
              <a:rPr lang="en-US" altLang="zh-CN" sz="1800" b="1"/>
              <a:t>Local storage has several important characteristics:</a:t>
            </a:r>
            <a:endParaRPr lang="en-US" altLang="zh-CN" sz="1800" b="1"/>
          </a:p>
          <a:p>
            <a:pPr marL="285750" indent="-285750">
              <a:lnSpc>
                <a:spcPct val="150000"/>
              </a:lnSpc>
              <a:buFont typeface="Wingdings" panose="05000000000000000000" charset="0"/>
              <a:buChar char="ü"/>
            </a:pPr>
            <a:r>
              <a:rPr lang="en-US" altLang="zh-CN" sz="1800" b="1"/>
              <a:t>It is persistent, meaning the data remains even after the app is closed or restarted.</a:t>
            </a:r>
            <a:endParaRPr lang="en-US" altLang="zh-CN" sz="1800" b="1"/>
          </a:p>
          <a:p>
            <a:pPr marL="285750" indent="-285750">
              <a:lnSpc>
                <a:spcPct val="150000"/>
              </a:lnSpc>
              <a:buFont typeface="Wingdings" panose="05000000000000000000" charset="0"/>
              <a:buChar char="ü"/>
            </a:pPr>
            <a:r>
              <a:rPr lang="en-US" altLang="zh-CN" sz="1800" b="1"/>
              <a:t>It provides very fast access because data is retrieved directly from the device.</a:t>
            </a:r>
            <a:endParaRPr lang="en-US" altLang="zh-CN" sz="1800" b="1"/>
          </a:p>
          <a:p>
            <a:pPr marL="285750" indent="-285750">
              <a:lnSpc>
                <a:spcPct val="150000"/>
              </a:lnSpc>
              <a:buFont typeface="Wingdings" panose="05000000000000000000" charset="0"/>
              <a:buChar char="ü"/>
            </a:pPr>
            <a:r>
              <a:rPr lang="en-US" altLang="zh-CN" sz="1800" b="1"/>
              <a:t>It works offline, allowing the application to function without internet.</a:t>
            </a:r>
            <a:endParaRPr lang="en-US" altLang="zh-CN" sz="1800" b="1"/>
          </a:p>
          <a:p>
            <a:pPr marL="285750" indent="-285750">
              <a:lnSpc>
                <a:spcPct val="150000"/>
              </a:lnSpc>
              <a:buFont typeface="Wingdings" panose="05000000000000000000" charset="0"/>
              <a:buChar char="ü"/>
            </a:pPr>
            <a:r>
              <a:rPr lang="en-US" altLang="zh-CN" sz="1800" b="1"/>
              <a:t>However, it is device-specific, meaning the data is not shared across multiple devices.</a:t>
            </a:r>
            <a:endParaRPr lang="en-US" altLang="zh-CN" sz="1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611505" y="267335"/>
            <a:ext cx="7703820" cy="418465"/>
          </a:xfrm>
        </p:spPr>
        <p:txBody>
          <a:bodyPr/>
          <a:p>
            <a:r>
              <a:rPr lang="en-US" altLang="en-US">
                <a:solidFill>
                  <a:srgbClr val="FF0000"/>
                </a:solidFill>
              </a:rPr>
              <a:t>1.3,Why Local Storage is Important</a:t>
            </a:r>
            <a:endParaRPr lang="en-US" altLang="en-US">
              <a:solidFill>
                <a:srgbClr val="FF0000"/>
              </a:solidFill>
            </a:endParaRPr>
          </a:p>
        </p:txBody>
      </p:sp>
      <p:sp>
        <p:nvSpPr>
          <p:cNvPr id="4" name="Text Box 3"/>
          <p:cNvSpPr txBox="1"/>
          <p:nvPr/>
        </p:nvSpPr>
        <p:spPr>
          <a:xfrm>
            <a:off x="467360" y="847090"/>
            <a:ext cx="8434705" cy="3449955"/>
          </a:xfrm>
          <a:prstGeom prst="rect">
            <a:avLst/>
          </a:prstGeom>
          <a:noFill/>
        </p:spPr>
        <p:txBody>
          <a:bodyPr wrap="square" rtlCol="0">
            <a:noAutofit/>
          </a:bodyPr>
          <a:p>
            <a:pPr marL="285750" indent="-285750">
              <a:lnSpc>
                <a:spcPct val="150000"/>
              </a:lnSpc>
              <a:buFont typeface="Wingdings" panose="05000000000000000000" charset="0"/>
              <a:buChar char="ü"/>
            </a:pPr>
            <a:r>
              <a:rPr lang="en-US" altLang="en-US" sz="1600" b="1">
                <a:latin typeface="Times New Roman" panose="02020603050405020304" charset="0"/>
                <a:cs typeface="Times New Roman" panose="02020603050405020304" charset="0"/>
              </a:rPr>
              <a:t>Local storage is essential for improving the performance and usability of mobile applications.</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latin typeface="Times New Roman" panose="02020603050405020304" charset="0"/>
                <a:cs typeface="Times New Roman" panose="02020603050405020304" charset="0"/>
              </a:rPr>
              <a:t>Instead of waiting for data from a server, the app can instantly display stored data, creating a smooth user experience.</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latin typeface="Times New Roman" panose="02020603050405020304" charset="0"/>
                <a:cs typeface="Times New Roman" panose="02020603050405020304" charset="0"/>
              </a:rPr>
              <a:t>It also allows the app to continue functioning when there is no internet connection.</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latin typeface="Times New Roman" panose="02020603050405020304" charset="0"/>
                <a:cs typeface="Times New Roman" panose="02020603050405020304" charset="0"/>
              </a:rPr>
              <a:t>In the cafeteria app:</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latin typeface="Times New Roman" panose="02020603050405020304" charset="0"/>
                <a:cs typeface="Times New Roman" panose="02020603050405020304" charset="0"/>
              </a:rPr>
              <a:t>The student’s balance can be shown instantly</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latin typeface="Times New Roman" panose="02020603050405020304" charset="0"/>
                <a:cs typeface="Times New Roman" panose="02020603050405020304" charset="0"/>
              </a:rPr>
              <a:t>Login state can be remembered</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latin typeface="Times New Roman" panose="02020603050405020304" charset="0"/>
                <a:cs typeface="Times New Roman" panose="02020603050405020304" charset="0"/>
              </a:rPr>
              <a:t>Selected meals can be temporarily stored</a:t>
            </a:r>
            <a:endParaRPr lang="en-US" altLang="en-US" sz="1600" b="1">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43" name="Shape 343"/>
        <p:cNvGrpSpPr/>
        <p:nvPr/>
      </p:nvGrpSpPr>
      <p:grpSpPr>
        <a:xfrm>
          <a:off x="0" y="0"/>
          <a:ext cx="0" cy="0"/>
          <a:chOff x="0" y="0"/>
          <a:chExt cx="0" cy="0"/>
        </a:xfrm>
      </p:grpSpPr>
      <p:sp>
        <p:nvSpPr>
          <p:cNvPr id="2" name="Title 1"/>
          <p:cNvSpPr/>
          <p:nvPr>
            <p:ph type="title" idx="2"/>
          </p:nvPr>
        </p:nvSpPr>
        <p:spPr>
          <a:xfrm>
            <a:off x="539025" y="195330"/>
            <a:ext cx="7704000" cy="572700"/>
          </a:xfrm>
        </p:spPr>
        <p:txBody>
          <a:bodyPr/>
          <a:p>
            <a:r>
              <a:rPr lang="en-US" altLang="en-US">
                <a:solidFill>
                  <a:srgbClr val="FF0000"/>
                </a:solidFill>
              </a:rPr>
              <a:t>1.4,Local vs Remote Storage</a:t>
            </a:r>
            <a:endParaRPr lang="en-US" altLang="en-US">
              <a:solidFill>
                <a:srgbClr val="FF0000"/>
              </a:solidFill>
            </a:endParaRPr>
          </a:p>
        </p:txBody>
      </p:sp>
      <p:sp>
        <p:nvSpPr>
          <p:cNvPr id="3" name="Text Box 2"/>
          <p:cNvSpPr txBox="1"/>
          <p:nvPr/>
        </p:nvSpPr>
        <p:spPr>
          <a:xfrm>
            <a:off x="40640" y="699770"/>
            <a:ext cx="9245600" cy="3198495"/>
          </a:xfrm>
          <a:prstGeom prst="rect">
            <a:avLst/>
          </a:prstGeom>
          <a:noFill/>
        </p:spPr>
        <p:txBody>
          <a:bodyPr wrap="square" rtlCol="0">
            <a:noAutofit/>
          </a:bodyPr>
          <a:p>
            <a:pPr marL="285750" indent="-285750">
              <a:lnSpc>
                <a:spcPct val="150000"/>
              </a:lnSpc>
              <a:buFont typeface="Wingdings" panose="05000000000000000000" charset="0"/>
              <a:buChar char="ü"/>
            </a:pPr>
            <a:r>
              <a:rPr lang="en-US" altLang="en-US" sz="1600" b="1">
                <a:solidFill>
                  <a:srgbClr val="FF0000"/>
                </a:solidFill>
                <a:latin typeface="Times New Roman" panose="02020603050405020304" charset="0"/>
                <a:cs typeface="Times New Roman" panose="02020603050405020304" charset="0"/>
              </a:rPr>
              <a:t>Location:</a:t>
            </a:r>
            <a:endParaRPr lang="en-US" altLang="en-US" sz="1600" b="1">
              <a:solidFill>
                <a:srgbClr val="FF0000"/>
              </a:solidFill>
              <a:latin typeface="Times New Roman" panose="02020603050405020304" charset="0"/>
              <a:cs typeface="Times New Roman" panose="02020603050405020304" charset="0"/>
            </a:endParaRPr>
          </a:p>
          <a:p>
            <a:pPr marL="0" indent="0">
              <a:lnSpc>
                <a:spcPct val="150000"/>
              </a:lnSpc>
              <a:buFont typeface="Wingdings" panose="05000000000000000000" charset="0"/>
              <a:buNone/>
            </a:pPr>
            <a:r>
              <a:rPr lang="en-US" altLang="en-US" sz="1600" b="1">
                <a:latin typeface="Times New Roman" panose="02020603050405020304" charset="0"/>
                <a:cs typeface="Times New Roman" panose="02020603050405020304" charset="0"/>
              </a:rPr>
              <a:t>Local storage is on the device, while remote storage is on a server.</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solidFill>
                  <a:srgbClr val="FF0000"/>
                </a:solidFill>
                <a:latin typeface="Times New Roman" panose="02020603050405020304" charset="0"/>
                <a:cs typeface="Times New Roman" panose="02020603050405020304" charset="0"/>
              </a:rPr>
              <a:t>Speed:</a:t>
            </a:r>
            <a:endParaRPr lang="en-US" altLang="en-US" sz="1600" b="1">
              <a:solidFill>
                <a:srgbClr val="FF0000"/>
              </a:solidFill>
              <a:latin typeface="Times New Roman" panose="02020603050405020304" charset="0"/>
              <a:cs typeface="Times New Roman" panose="02020603050405020304" charset="0"/>
            </a:endParaRPr>
          </a:p>
          <a:p>
            <a:pPr marL="0" indent="0">
              <a:lnSpc>
                <a:spcPct val="150000"/>
              </a:lnSpc>
              <a:buFont typeface="Wingdings" panose="05000000000000000000" charset="0"/>
              <a:buNone/>
            </a:pPr>
            <a:r>
              <a:rPr lang="en-US" altLang="en-US" sz="1600" b="1">
                <a:latin typeface="Times New Roman" panose="02020603050405020304" charset="0"/>
                <a:cs typeface="Times New Roman" panose="02020603050405020304" charset="0"/>
              </a:rPr>
              <a:t>Local storage is very fast; remote storage is slower due to network dependency.</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solidFill>
                  <a:srgbClr val="FF0000"/>
                </a:solidFill>
                <a:latin typeface="Times New Roman" panose="02020603050405020304" charset="0"/>
                <a:cs typeface="Times New Roman" panose="02020603050405020304" charset="0"/>
              </a:rPr>
              <a:t>Internet Requirement:</a:t>
            </a:r>
            <a:endParaRPr lang="en-US" altLang="en-US" sz="1600" b="1">
              <a:solidFill>
                <a:srgbClr val="FF0000"/>
              </a:solidFill>
              <a:latin typeface="Times New Roman" panose="02020603050405020304" charset="0"/>
              <a:cs typeface="Times New Roman" panose="02020603050405020304" charset="0"/>
            </a:endParaRPr>
          </a:p>
          <a:p>
            <a:pPr marL="0" indent="0">
              <a:lnSpc>
                <a:spcPct val="150000"/>
              </a:lnSpc>
              <a:buFont typeface="Wingdings" panose="05000000000000000000" charset="0"/>
              <a:buNone/>
            </a:pPr>
            <a:r>
              <a:rPr lang="en-US" altLang="en-US" sz="1600" b="1">
                <a:latin typeface="Times New Roman" panose="02020603050405020304" charset="0"/>
                <a:cs typeface="Times New Roman" panose="02020603050405020304" charset="0"/>
              </a:rPr>
              <a:t>Local storage works offline, whereas remote storage requires internet access.</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solidFill>
                  <a:srgbClr val="FF0000"/>
                </a:solidFill>
                <a:latin typeface="Times New Roman" panose="02020603050405020304" charset="0"/>
                <a:cs typeface="Times New Roman" panose="02020603050405020304" charset="0"/>
              </a:rPr>
              <a:t>Reliability &amp; Access:</a:t>
            </a:r>
            <a:endParaRPr lang="en-US" altLang="en-US" sz="1600" b="1">
              <a:solidFill>
                <a:srgbClr val="FF0000"/>
              </a:solidFill>
              <a:latin typeface="Times New Roman" panose="02020603050405020304" charset="0"/>
              <a:cs typeface="Times New Roman" panose="02020603050405020304" charset="0"/>
            </a:endParaRPr>
          </a:p>
          <a:p>
            <a:pPr marL="0" indent="0">
              <a:lnSpc>
                <a:spcPct val="150000"/>
              </a:lnSpc>
              <a:buFont typeface="Wingdings" panose="05000000000000000000" charset="0"/>
              <a:buNone/>
            </a:pPr>
            <a:r>
              <a:rPr lang="en-US" altLang="en-US" sz="1600" b="1">
                <a:latin typeface="Times New Roman" panose="02020603050405020304" charset="0"/>
                <a:cs typeface="Times New Roman" panose="02020603050405020304" charset="0"/>
              </a:rPr>
              <a:t>Local storage is limited and device-specific, while remote storage is consistent and accessible across multiple devices.</a:t>
            </a:r>
            <a:endParaRPr lang="en-US" altLang="en-US" sz="1600" b="1">
              <a:latin typeface="Times New Roman" panose="02020603050405020304" charset="0"/>
              <a:cs typeface="Times New Roman" panose="02020603050405020304" charset="0"/>
            </a:endParaRPr>
          </a:p>
          <a:p>
            <a:pPr marL="285750" indent="-285750">
              <a:lnSpc>
                <a:spcPct val="150000"/>
              </a:lnSpc>
              <a:buFont typeface="Wingdings" panose="05000000000000000000" charset="0"/>
              <a:buChar char="ü"/>
            </a:pPr>
            <a:r>
              <a:rPr lang="en-US" altLang="en-US" sz="1600" b="1">
                <a:solidFill>
                  <a:srgbClr val="FF0000"/>
                </a:solidFill>
                <a:latin typeface="Times New Roman" panose="02020603050405020304" charset="0"/>
                <a:cs typeface="Times New Roman" panose="02020603050405020304" charset="0"/>
              </a:rPr>
              <a:t>Purpose:</a:t>
            </a:r>
            <a:endParaRPr lang="en-US" altLang="en-US" sz="1600" b="1">
              <a:solidFill>
                <a:srgbClr val="FF0000"/>
              </a:solidFill>
              <a:latin typeface="Times New Roman" panose="02020603050405020304" charset="0"/>
              <a:cs typeface="Times New Roman" panose="02020603050405020304" charset="0"/>
            </a:endParaRPr>
          </a:p>
          <a:p>
            <a:pPr marL="0" indent="0">
              <a:lnSpc>
                <a:spcPct val="150000"/>
              </a:lnSpc>
              <a:buFont typeface="Wingdings" panose="05000000000000000000" charset="0"/>
              <a:buNone/>
            </a:pPr>
            <a:r>
              <a:rPr lang="en-US" altLang="en-US" sz="1600" b="1">
                <a:latin typeface="Times New Roman" panose="02020603050405020304" charset="0"/>
                <a:cs typeface="Times New Roman" panose="02020603050405020304" charset="0"/>
              </a:rPr>
              <a:t>Local storage is used for quick access and caching, while remote storage is the source of truth for permanent data.</a:t>
            </a:r>
            <a:endParaRPr lang="en-US" altLang="en-US" sz="1600" b="1">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1" name="Shape 361"/>
        <p:cNvGrpSpPr/>
        <p:nvPr/>
      </p:nvGrpSpPr>
      <p:grpSpPr>
        <a:xfrm>
          <a:off x="0" y="0"/>
          <a:ext cx="0" cy="0"/>
          <a:chOff x="0" y="0"/>
          <a:chExt cx="0" cy="0"/>
        </a:xfrm>
      </p:grpSpPr>
      <p:sp>
        <p:nvSpPr>
          <p:cNvPr id="363" name="Google Shape;363;p38"/>
          <p:cNvSpPr txBox="1"/>
          <p:nvPr>
            <p:ph type="title"/>
          </p:nvPr>
        </p:nvSpPr>
        <p:spPr>
          <a:xfrm>
            <a:off x="-540385" y="0"/>
            <a:ext cx="8887460" cy="106235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Font typeface="Wingdings" panose="05000000000000000000" charset="0"/>
            </a:pPr>
            <a:r>
              <a:rPr lang="en-US" altLang="en-US">
                <a:solidFill>
                  <a:srgbClr val="00B0F0"/>
                </a:solidFill>
              </a:rPr>
              <a:t>2. Key-Value Storage Techniques</a:t>
            </a:r>
            <a:endParaRPr lang="en-US" altLang="en-US">
              <a:solidFill>
                <a:srgbClr val="00B0F0"/>
              </a:solidFill>
            </a:endParaRPr>
          </a:p>
        </p:txBody>
      </p:sp>
      <p:sp>
        <p:nvSpPr>
          <p:cNvPr id="364" name="Google Shape;364;p38"/>
          <p:cNvSpPr txBox="1"/>
          <p:nvPr>
            <p:ph type="subTitle" idx="3"/>
          </p:nvPr>
        </p:nvSpPr>
        <p:spPr>
          <a:xfrm>
            <a:off x="252095" y="699770"/>
            <a:ext cx="8095615" cy="3237865"/>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Wingdings" panose="05000000000000000000" charset="0"/>
              <a:buNone/>
            </a:pPr>
            <a:r>
              <a:rPr lang="en-US" altLang="en-US" sz="2000" b="1">
                <a:solidFill>
                  <a:srgbClr val="FF0000"/>
                </a:solidFill>
                <a:latin typeface="Poppins" panose="00000800000000000000" charset="0"/>
                <a:cs typeface="Poppins" panose="00000800000000000000" charset="0"/>
              </a:rPr>
              <a:t>2.1,What is Key-Value Storage?</a:t>
            </a:r>
            <a:endParaRPr lang="en-US" altLang="en-US" sz="2000" b="1">
              <a:solidFill>
                <a:srgbClr val="FF0000"/>
              </a:solidFill>
              <a:latin typeface="Poppins" panose="00000800000000000000" charset="0"/>
              <a:cs typeface="Poppins" panose="00000800000000000000" charset="0"/>
            </a:endParaRPr>
          </a:p>
          <a:p>
            <a:pPr marL="285750" lvl="0" indent="-285750" algn="l" rtl="0">
              <a:lnSpc>
                <a:spcPct val="150000"/>
              </a:lnSpc>
              <a:spcBef>
                <a:spcPts val="0"/>
              </a:spcBef>
              <a:spcAft>
                <a:spcPts val="0"/>
              </a:spcAft>
              <a:buClr>
                <a:schemeClr val="dk1"/>
              </a:buClr>
              <a:buSzPts val="1100"/>
              <a:buFont typeface="Wingdings" panose="05000000000000000000" charset="0"/>
              <a:buChar char="ü"/>
            </a:pPr>
            <a:r>
              <a:rPr lang="en-US" altLang="en-US" sz="1700" b="1">
                <a:solidFill>
                  <a:schemeClr val="tx1"/>
                </a:solidFill>
                <a:latin typeface="Times New Roman" panose="02020603050405020304" charset="0"/>
                <a:cs typeface="Times New Roman" panose="02020603050405020304" charset="0"/>
              </a:rPr>
              <a:t>Key-value storage is a simple data storage method where each piece of data is stored as a pair of a unique key and its corresponding value.</a:t>
            </a:r>
            <a:endParaRPr lang="en-US" altLang="en-US" sz="1700" b="1">
              <a:solidFill>
                <a:schemeClr val="tx1"/>
              </a:solidFill>
              <a:latin typeface="Times New Roman" panose="02020603050405020304" charset="0"/>
              <a:cs typeface="Times New Roman" panose="02020603050405020304" charset="0"/>
            </a:endParaRPr>
          </a:p>
          <a:p>
            <a:pPr marL="0" lvl="0" indent="0" algn="l" rtl="0">
              <a:lnSpc>
                <a:spcPct val="150000"/>
              </a:lnSpc>
              <a:spcBef>
                <a:spcPts val="0"/>
              </a:spcBef>
              <a:spcAft>
                <a:spcPts val="0"/>
              </a:spcAft>
              <a:buClr>
                <a:schemeClr val="dk1"/>
              </a:buClr>
              <a:buSzPts val="1100"/>
              <a:buFont typeface="Wingdings" panose="05000000000000000000" charset="0"/>
              <a:buNone/>
            </a:pPr>
            <a:r>
              <a:rPr lang="en-US" altLang="en-US" sz="1700" b="1">
                <a:solidFill>
                  <a:schemeClr val="tx1"/>
                </a:solidFill>
                <a:latin typeface="Times New Roman" panose="02020603050405020304" charset="0"/>
                <a:cs typeface="Times New Roman" panose="02020603050405020304" charset="0"/>
              </a:rPr>
              <a:t>For example:</a:t>
            </a:r>
            <a:endParaRPr lang="en-US" altLang="en-US" sz="1700" b="1">
              <a:solidFill>
                <a:schemeClr val="tx1"/>
              </a:solidFill>
              <a:latin typeface="Times New Roman" panose="02020603050405020304" charset="0"/>
              <a:cs typeface="Times New Roman" panose="02020603050405020304" charset="0"/>
            </a:endParaRPr>
          </a:p>
          <a:p>
            <a:pPr marL="285750" lvl="0" indent="-285750" algn="l" rtl="0">
              <a:lnSpc>
                <a:spcPct val="150000"/>
              </a:lnSpc>
              <a:spcBef>
                <a:spcPts val="0"/>
              </a:spcBef>
              <a:spcAft>
                <a:spcPts val="0"/>
              </a:spcAft>
              <a:buClr>
                <a:schemeClr val="dk1"/>
              </a:buClr>
              <a:buSzPts val="1100"/>
              <a:buFont typeface="Wingdings" panose="05000000000000000000" charset="0"/>
              <a:buChar char="ü"/>
            </a:pPr>
            <a:r>
              <a:rPr lang="en-US" altLang="en-US" sz="1700" b="1">
                <a:solidFill>
                  <a:schemeClr val="tx1"/>
                </a:solidFill>
                <a:latin typeface="Times New Roman" panose="02020603050405020304" charset="0"/>
                <a:cs typeface="Times New Roman" panose="02020603050405020304" charset="0"/>
              </a:rPr>
              <a:t>"balance" → 1500</a:t>
            </a:r>
            <a:endParaRPr lang="en-US" altLang="en-US" sz="1700" b="1">
              <a:solidFill>
                <a:schemeClr val="tx1"/>
              </a:solidFill>
              <a:latin typeface="Times New Roman" panose="02020603050405020304" charset="0"/>
              <a:cs typeface="Times New Roman" panose="02020603050405020304" charset="0"/>
            </a:endParaRPr>
          </a:p>
          <a:p>
            <a:pPr marL="285750" lvl="0" indent="-285750" algn="l" rtl="0">
              <a:lnSpc>
                <a:spcPct val="150000"/>
              </a:lnSpc>
              <a:spcBef>
                <a:spcPts val="0"/>
              </a:spcBef>
              <a:spcAft>
                <a:spcPts val="0"/>
              </a:spcAft>
              <a:buClr>
                <a:schemeClr val="dk1"/>
              </a:buClr>
              <a:buSzPts val="1100"/>
              <a:buFont typeface="Wingdings" panose="05000000000000000000" charset="0"/>
              <a:buChar char="ü"/>
            </a:pPr>
            <a:r>
              <a:rPr lang="en-US" altLang="en-US" sz="1700" b="1">
                <a:solidFill>
                  <a:schemeClr val="tx1"/>
                </a:solidFill>
                <a:latin typeface="Times New Roman" panose="02020603050405020304" charset="0"/>
                <a:cs typeface="Times New Roman" panose="02020603050405020304" charset="0"/>
              </a:rPr>
              <a:t>"isLoggedIn" → true</a:t>
            </a:r>
            <a:endParaRPr lang="en-US" altLang="en-US" sz="1700" b="1">
              <a:solidFill>
                <a:schemeClr val="tx1"/>
              </a:solidFill>
              <a:latin typeface="Times New Roman" panose="02020603050405020304" charset="0"/>
              <a:cs typeface="Times New Roman" panose="02020603050405020304" charset="0"/>
            </a:endParaRPr>
          </a:p>
          <a:p>
            <a:pPr marL="285750" lvl="0" indent="-285750" algn="l" rtl="0">
              <a:lnSpc>
                <a:spcPct val="150000"/>
              </a:lnSpc>
              <a:spcBef>
                <a:spcPts val="0"/>
              </a:spcBef>
              <a:spcAft>
                <a:spcPts val="0"/>
              </a:spcAft>
              <a:buClr>
                <a:schemeClr val="dk1"/>
              </a:buClr>
              <a:buSzPts val="1100"/>
              <a:buFont typeface="Wingdings" panose="05000000000000000000" charset="0"/>
              <a:buChar char="ü"/>
            </a:pPr>
            <a:endParaRPr lang="en-US" altLang="en-US" sz="1700" b="1">
              <a:solidFill>
                <a:schemeClr val="tx1"/>
              </a:solidFill>
              <a:latin typeface="Times New Roman" panose="02020603050405020304" charset="0"/>
              <a:cs typeface="Times New Roman" panose="02020603050405020304" charset="0"/>
            </a:endParaRPr>
          </a:p>
          <a:p>
            <a:pPr marL="285750" lvl="0" indent="-285750" algn="l" rtl="0">
              <a:lnSpc>
                <a:spcPct val="150000"/>
              </a:lnSpc>
              <a:spcBef>
                <a:spcPts val="0"/>
              </a:spcBef>
              <a:spcAft>
                <a:spcPts val="0"/>
              </a:spcAft>
              <a:buClr>
                <a:schemeClr val="dk1"/>
              </a:buClr>
              <a:buSzPts val="1100"/>
              <a:buFont typeface="Wingdings" panose="05000000000000000000" charset="0"/>
              <a:buChar char="ü"/>
            </a:pPr>
            <a:r>
              <a:rPr lang="en-US" altLang="en-US" sz="1700" b="1">
                <a:solidFill>
                  <a:schemeClr val="tx1"/>
                </a:solidFill>
                <a:latin typeface="Times New Roman" panose="02020603050405020304" charset="0"/>
                <a:cs typeface="Times New Roman" panose="02020603050405020304" charset="0"/>
              </a:rPr>
              <a:t>Each value is accessed using its key, which makes retrieval very fast and efficient.</a:t>
            </a:r>
            <a:endParaRPr lang="en-US" altLang="en-US" sz="1700" b="1">
              <a:solidFill>
                <a:schemeClr val="tx1"/>
              </a:solidFill>
              <a:latin typeface="Times New Roman" panose="02020603050405020304" charset="0"/>
              <a:cs typeface="Times New Roman" panose="02020603050405020304" charset="0"/>
            </a:endParaRPr>
          </a:p>
          <a:p>
            <a:pPr marL="285750" lvl="0" indent="-285750" algn="l" rtl="0">
              <a:lnSpc>
                <a:spcPct val="150000"/>
              </a:lnSpc>
              <a:spcBef>
                <a:spcPts val="0"/>
              </a:spcBef>
              <a:spcAft>
                <a:spcPts val="0"/>
              </a:spcAft>
              <a:buClr>
                <a:schemeClr val="dk1"/>
              </a:buClr>
              <a:buSzPts val="1100"/>
              <a:buFont typeface="Wingdings" panose="05000000000000000000" charset="0"/>
              <a:buChar char="ü"/>
            </a:pPr>
            <a:r>
              <a:rPr lang="en-US" altLang="en-US" sz="1700" b="1">
                <a:solidFill>
                  <a:schemeClr val="tx1"/>
                </a:solidFill>
                <a:latin typeface="Times New Roman" panose="02020603050405020304" charset="0"/>
                <a:cs typeface="Times New Roman" panose="02020603050405020304" charset="0"/>
              </a:rPr>
              <a:t>This approach is best suited for storing small, simple data, such as user preferences, login status, or cached values in a mobile application.</a:t>
            </a:r>
            <a:endParaRPr lang="en-US" altLang="en-US" sz="1700" b="1">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ext Box 6"/>
          <p:cNvSpPr txBox="1"/>
          <p:nvPr/>
        </p:nvSpPr>
        <p:spPr>
          <a:xfrm>
            <a:off x="323850" y="555625"/>
            <a:ext cx="8488680" cy="3315970"/>
          </a:xfrm>
          <a:prstGeom prst="rect">
            <a:avLst/>
          </a:prstGeom>
          <a:noFill/>
        </p:spPr>
        <p:txBody>
          <a:bodyPr wrap="square" rtlCol="0">
            <a:noAutofit/>
          </a:bodyPr>
          <a:p>
            <a:r>
              <a:rPr lang="en-US" altLang="en-US" sz="2400">
                <a:solidFill>
                  <a:srgbClr val="FF0000"/>
                </a:solidFill>
                <a:latin typeface="Poppins" panose="00000800000000000000" charset="0"/>
                <a:cs typeface="Poppins" panose="00000800000000000000" charset="0"/>
              </a:rPr>
              <a:t>2.2,How Key-Value Storage Works</a:t>
            </a:r>
            <a:endParaRPr lang="en-US" altLang="en-US" sz="2400">
              <a:solidFill>
                <a:srgbClr val="FF0000"/>
              </a:solidFill>
              <a:latin typeface="Poppins" panose="00000800000000000000" charset="0"/>
              <a:cs typeface="Poppins" panose="00000800000000000000" charset="0"/>
            </a:endParaRPr>
          </a:p>
          <a:p>
            <a:pPr marL="342900" indent="-342900">
              <a:buFont typeface="Wingdings" panose="05000000000000000000" charset="0"/>
              <a:buChar char="ü"/>
            </a:pPr>
            <a:r>
              <a:rPr lang="en-US" altLang="en-US" sz="2000" b="1">
                <a:latin typeface="Times New Roman" panose="02020603050405020304" charset="0"/>
                <a:cs typeface="Times New Roman" panose="02020603050405020304" charset="0"/>
              </a:rPr>
              <a:t>Key-value storage works by mapping each piece of data to a unique identifier called a key.</a:t>
            </a:r>
            <a:endParaRPr lang="en-US" altLang="en-US" sz="2000" b="1">
              <a:latin typeface="Times New Roman" panose="02020603050405020304" charset="0"/>
              <a:cs typeface="Times New Roman" panose="02020603050405020304" charset="0"/>
            </a:endParaRPr>
          </a:p>
          <a:p>
            <a:endParaRPr lang="en-US" altLang="en-US" sz="2000" b="1">
              <a:latin typeface="Times New Roman" panose="02020603050405020304" charset="0"/>
              <a:cs typeface="Times New Roman" panose="02020603050405020304" charset="0"/>
            </a:endParaRPr>
          </a:p>
          <a:p>
            <a:pPr marL="457200" indent="-457200">
              <a:buAutoNum type="arabicPeriod"/>
            </a:pPr>
            <a:r>
              <a:rPr lang="en-US" altLang="en-US" sz="2000" b="1">
                <a:latin typeface="Times New Roman" panose="02020603050405020304" charset="0"/>
                <a:cs typeface="Times New Roman" panose="02020603050405020304" charset="0"/>
              </a:rPr>
              <a:t>Store: A value is saved in memory or persistent storage using a key</a:t>
            </a:r>
            <a:endParaRPr lang="en-US" altLang="en-US" sz="2000" b="1">
              <a:latin typeface="Times New Roman" panose="02020603050405020304" charset="0"/>
              <a:cs typeface="Times New Roman" panose="02020603050405020304" charset="0"/>
            </a:endParaRPr>
          </a:p>
          <a:p>
            <a:pPr marL="457200" indent="-457200">
              <a:buAutoNum type="arabicPeriod"/>
            </a:pPr>
            <a:r>
              <a:rPr lang="en-US" altLang="en-US" sz="2000" b="1">
                <a:latin typeface="Times New Roman" panose="02020603050405020304" charset="0"/>
                <a:cs typeface="Times New Roman" panose="02020603050405020304" charset="0"/>
              </a:rPr>
              <a:t>Retrieve: The same key is used to instantly access the stored value</a:t>
            </a:r>
            <a:endParaRPr lang="en-US" altLang="en-US" sz="2000" b="1">
              <a:latin typeface="Times New Roman" panose="02020603050405020304" charset="0"/>
              <a:cs typeface="Times New Roman" panose="02020603050405020304" charset="0"/>
            </a:endParaRPr>
          </a:p>
          <a:p>
            <a:pPr marL="457200" indent="-457200">
              <a:buAutoNum type="arabicPeriod"/>
            </a:pPr>
            <a:r>
              <a:rPr lang="en-US" altLang="en-US" sz="2000" b="1">
                <a:latin typeface="Times New Roman" panose="02020603050405020304" charset="0"/>
                <a:cs typeface="Times New Roman" panose="02020603050405020304" charset="0"/>
              </a:rPr>
              <a:t>Update/Delete: The value can be modified or removed using that key</a:t>
            </a:r>
            <a:endParaRPr lang="en-US" altLang="en-US" sz="2000" b="1">
              <a:latin typeface="Times New Roman" panose="02020603050405020304" charset="0"/>
              <a:cs typeface="Times New Roman" panose="02020603050405020304" charset="0"/>
            </a:endParaRPr>
          </a:p>
          <a:p>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Since the system uses direct key-based lookup, data access is typically very fast (constant time), making it efficient for frequent reads and writes.</a:t>
            </a:r>
            <a:endParaRPr lang="en-US" altLang="en-US" sz="2000" b="1">
              <a:latin typeface="Times New Roman" panose="02020603050405020304" charset="0"/>
              <a:cs typeface="Times New Roman" panose="02020603050405020304" charset="0"/>
            </a:endParaRPr>
          </a:p>
          <a:p>
            <a:endParaRPr lang="en-US" altLang="en-US" sz="2000" b="1">
              <a:latin typeface="Times New Roman" panose="02020603050405020304" charset="0"/>
              <a:cs typeface="Times New Roman" panose="02020603050405020304" charset="0"/>
            </a:endParaRPr>
          </a:p>
          <a:p>
            <a:r>
              <a:rPr lang="en-US" altLang="en-US" sz="2000" b="1">
                <a:latin typeface="Times New Roman" panose="02020603050405020304" charset="0"/>
                <a:cs typeface="Times New Roman" panose="02020603050405020304" charset="0"/>
              </a:rPr>
              <a:t>However, it is limited in scope because it cannot handle complex relationships, queries, or structured data.</a:t>
            </a:r>
            <a:endParaRPr lang="en-US" altLang="en-US" sz="2000" b="1">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1460" y="555625"/>
            <a:ext cx="8375015" cy="3561080"/>
          </a:xfrm>
          <a:prstGeom prst="rect">
            <a:avLst/>
          </a:prstGeom>
        </p:spPr>
        <p:txBody>
          <a:bodyPr wrap="square">
            <a:spAutoFit/>
          </a:bodyPr>
          <a:p>
            <a:pPr>
              <a:spcAft>
                <a:spcPct val="60000"/>
              </a:spcAft>
            </a:pPr>
            <a:r>
              <a:rPr lang="en-US" altLang="zh-CN" sz="2800" b="1">
                <a:solidFill>
                  <a:srgbClr val="FF0000"/>
                </a:solidFill>
                <a:latin typeface="Poppins" panose="00000800000000000000" charset="0"/>
                <a:cs typeface="Poppins" panose="00000800000000000000" charset="0"/>
              </a:rPr>
              <a:t> 2.3,Use Cases in our App</a:t>
            </a:r>
            <a:endParaRPr lang="en-US" altLang="zh-CN" sz="2800" b="1">
              <a:solidFill>
                <a:srgbClr val="FF0000"/>
              </a:solidFill>
              <a:latin typeface="Poppins" panose="00000800000000000000" charset="0"/>
              <a:cs typeface="Poppins" panose="00000800000000000000" charset="0"/>
            </a:endParaRPr>
          </a:p>
          <a:p>
            <a:pPr>
              <a:lnSpc>
                <a:spcPct val="150000"/>
              </a:lnSpc>
              <a:spcAft>
                <a:spcPct val="60000"/>
              </a:spcAft>
            </a:pPr>
            <a:r>
              <a:rPr lang="en-US" altLang="zh-CN" sz="1800" b="1">
                <a:latin typeface="Times New Roman" panose="02020603050405020304" charset="0"/>
                <a:cs typeface="Times New Roman" panose="02020603050405020304" charset="0"/>
              </a:rPr>
              <a:t>In the cafeteria meal management application, key-value storage can be used for:</a:t>
            </a:r>
            <a:endParaRPr lang="en-US" altLang="zh-CN" sz="1800" b="1">
              <a:latin typeface="Times New Roman" panose="02020603050405020304" charset="0"/>
              <a:cs typeface="Times New Roman" panose="02020603050405020304" charset="0"/>
            </a:endParaRPr>
          </a:p>
          <a:p>
            <a:pPr>
              <a:lnSpc>
                <a:spcPct val="150000"/>
              </a:lnSpc>
              <a:buFont typeface="Arial" panose="020B0604020202020204"/>
              <a:buChar char="•"/>
            </a:pPr>
            <a:r>
              <a:rPr lang="en-US" altLang="zh-CN" sz="1800" b="1">
                <a:latin typeface="Times New Roman" panose="02020603050405020304" charset="0"/>
                <a:cs typeface="Times New Roman" panose="02020603050405020304" charset="0"/>
              </a:rPr>
              <a:t>Saving whether the user is logged in</a:t>
            </a:r>
            <a:endParaRPr lang="en-US" altLang="zh-CN" sz="1800" b="1">
              <a:latin typeface="Times New Roman" panose="02020603050405020304" charset="0"/>
              <a:cs typeface="Times New Roman" panose="02020603050405020304" charset="0"/>
            </a:endParaRPr>
          </a:p>
          <a:p>
            <a:pPr>
              <a:lnSpc>
                <a:spcPct val="150000"/>
              </a:lnSpc>
              <a:buFont typeface="Arial" panose="020B0604020202020204"/>
              <a:buChar char="•"/>
            </a:pPr>
            <a:r>
              <a:rPr lang="en-US" altLang="zh-CN" sz="1800" b="1">
                <a:latin typeface="Times New Roman" panose="02020603050405020304" charset="0"/>
                <a:cs typeface="Times New Roman" panose="02020603050405020304" charset="0"/>
              </a:rPr>
              <a:t>Storing the last known balance for quick display</a:t>
            </a:r>
            <a:endParaRPr lang="en-US" altLang="zh-CN" sz="1800" b="1">
              <a:latin typeface="Times New Roman" panose="02020603050405020304" charset="0"/>
              <a:cs typeface="Times New Roman" panose="02020603050405020304" charset="0"/>
            </a:endParaRPr>
          </a:p>
          <a:p>
            <a:pPr>
              <a:lnSpc>
                <a:spcPct val="150000"/>
              </a:lnSpc>
              <a:buFont typeface="Arial" panose="020B0604020202020204"/>
              <a:buChar char="•"/>
            </a:pPr>
            <a:r>
              <a:rPr lang="en-US" altLang="zh-CN" sz="1800" b="1">
                <a:latin typeface="Times New Roman" panose="02020603050405020304" charset="0"/>
                <a:cs typeface="Times New Roman" panose="02020603050405020304" charset="0"/>
              </a:rPr>
              <a:t>Saving the last selected meal</a:t>
            </a:r>
            <a:endParaRPr lang="en-US" altLang="zh-CN" sz="1800" b="1">
              <a:latin typeface="Times New Roman" panose="02020603050405020304" charset="0"/>
              <a:cs typeface="Times New Roman" panose="02020603050405020304" charset="0"/>
            </a:endParaRPr>
          </a:p>
          <a:p>
            <a:pPr>
              <a:lnSpc>
                <a:spcPct val="150000"/>
              </a:lnSpc>
            </a:pPr>
            <a:r>
              <a:rPr lang="en-US" altLang="zh-CN" sz="1800" b="1">
                <a:latin typeface="Times New Roman" panose="02020603050405020304" charset="0"/>
                <a:cs typeface="Times New Roman" panose="02020603050405020304" charset="0"/>
              </a:rPr>
              <a:t>However, it should not be used for complex data like full transaction history, which requires a database.</a:t>
            </a:r>
            <a:endParaRPr lang="en-US" altLang="zh-CN" sz="1800" b="1">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238760" y="1309370"/>
            <a:ext cx="7357745" cy="3110865"/>
          </a:xfrm>
          <a:prstGeom prst="rect">
            <a:avLst/>
          </a:prstGeom>
          <a:noFill/>
        </p:spPr>
        <p:txBody>
          <a:bodyPr wrap="square" rtlCol="0">
            <a:noAutofit/>
          </a:bodyPr>
          <a:p>
            <a:pPr marL="285750" indent="-285750">
              <a:lnSpc>
                <a:spcPct val="150000"/>
              </a:lnSpc>
              <a:buFont typeface="Wingdings" panose="05000000000000000000" charset="0"/>
              <a:buChar char="ü"/>
            </a:pPr>
            <a:endParaRPr lang="en-US" altLang="en-US" sz="1800">
              <a:latin typeface="Times New Roman" panose="02020603050405020304" charset="0"/>
              <a:cs typeface="Times New Roman" panose="02020603050405020304" charset="0"/>
            </a:endParaRPr>
          </a:p>
        </p:txBody>
      </p:sp>
      <p:sp>
        <p:nvSpPr>
          <p:cNvPr id="3" name="Text Box 2"/>
          <p:cNvSpPr txBox="1"/>
          <p:nvPr/>
        </p:nvSpPr>
        <p:spPr>
          <a:xfrm>
            <a:off x="526415" y="547370"/>
            <a:ext cx="7921625" cy="3891280"/>
          </a:xfrm>
          <a:prstGeom prst="rect">
            <a:avLst/>
          </a:prstGeom>
        </p:spPr>
        <p:txBody>
          <a:bodyPr wrap="square">
            <a:noAutofit/>
          </a:bodyPr>
          <a:p>
            <a:pPr>
              <a:spcAft>
                <a:spcPct val="60000"/>
              </a:spcAft>
            </a:pPr>
            <a:r>
              <a:rPr lang="en-US" altLang="zh-CN" sz="2300" b="1">
                <a:solidFill>
                  <a:srgbClr val="FF0000"/>
                </a:solidFill>
                <a:latin typeface="Poppins" panose="00000800000000000000" charset="0"/>
                <a:cs typeface="Poppins" panose="00000800000000000000" charset="0"/>
              </a:rPr>
              <a:t>2.4,Simple Key-Value Storage (Flutter)</a:t>
            </a:r>
            <a:endParaRPr lang="en-US" altLang="zh-CN" sz="2300" b="1">
              <a:solidFill>
                <a:srgbClr val="FF0000"/>
              </a:solidFill>
              <a:latin typeface="Poppins" panose="00000800000000000000" charset="0"/>
              <a:cs typeface="Poppins" panose="00000800000000000000" charset="0"/>
            </a:endParaRPr>
          </a:p>
          <a:p>
            <a:r>
              <a:rPr lang="en-US" altLang="zh-CN" sz="1600" b="1">
                <a:solidFill>
                  <a:srgbClr val="00B0F0"/>
                </a:solidFill>
                <a:latin typeface="Poppins" panose="00000800000000000000" charset="0"/>
                <a:cs typeface="Poppins" panose="00000800000000000000" charset="0"/>
              </a:rPr>
              <a:t>Future</a:t>
            </a:r>
            <a:r>
              <a:rPr lang="en-US" altLang="zh-CN" sz="1600" b="1">
                <a:solidFill>
                  <a:schemeClr val="tx1"/>
                </a:solidFill>
                <a:latin typeface="Poppins" panose="00000800000000000000" charset="0"/>
                <a:cs typeface="Poppins" panose="00000800000000000000" charset="0"/>
              </a:rPr>
              <a:t>&lt;</a:t>
            </a:r>
            <a:r>
              <a:rPr lang="en-US" altLang="zh-CN" sz="1600" b="1">
                <a:solidFill>
                  <a:srgbClr val="FFC000"/>
                </a:solidFill>
                <a:latin typeface="Poppins" panose="00000800000000000000" charset="0"/>
                <a:cs typeface="Poppins" panose="00000800000000000000" charset="0"/>
              </a:rPr>
              <a:t>void</a:t>
            </a:r>
            <a:r>
              <a:rPr lang="en-US" altLang="zh-CN" sz="1600" b="1">
                <a:solidFill>
                  <a:schemeClr val="tx1"/>
                </a:solidFill>
                <a:latin typeface="Poppins" panose="00000800000000000000" charset="0"/>
                <a:cs typeface="Poppins" panose="00000800000000000000" charset="0"/>
              </a:rPr>
              <a:t>&gt;</a:t>
            </a:r>
            <a:r>
              <a:rPr lang="en-US" altLang="zh-CN" sz="1600" b="1">
                <a:solidFill>
                  <a:srgbClr val="A51A6F"/>
                </a:solidFill>
                <a:latin typeface="Poppins" panose="00000800000000000000" charset="0"/>
                <a:cs typeface="Poppins" panose="00000800000000000000" charset="0"/>
              </a:rPr>
              <a:t>saveBalance</a:t>
            </a:r>
            <a:r>
              <a:rPr lang="en-US" altLang="zh-CN" sz="1600" b="1">
                <a:solidFill>
                  <a:srgbClr val="0070C0"/>
                </a:solidFill>
                <a:latin typeface="Poppins" panose="00000800000000000000" charset="0"/>
                <a:cs typeface="Poppins" panose="00000800000000000000" charset="0"/>
              </a:rPr>
              <a:t>(</a:t>
            </a:r>
            <a:r>
              <a:rPr lang="en-US" altLang="zh-CN" sz="1600" b="1">
                <a:solidFill>
                  <a:srgbClr val="FFC000"/>
                </a:solidFill>
                <a:latin typeface="Poppins" panose="00000800000000000000" charset="0"/>
                <a:cs typeface="Poppins" panose="00000800000000000000" charset="0"/>
              </a:rPr>
              <a:t>intbalance</a:t>
            </a:r>
            <a:r>
              <a:rPr lang="en-US" altLang="zh-CN" sz="1600" b="1">
                <a:solidFill>
                  <a:srgbClr val="0070C0"/>
                </a:solidFill>
                <a:latin typeface="Poppins" panose="00000800000000000000" charset="0"/>
                <a:cs typeface="Poppins" panose="00000800000000000000" charset="0"/>
              </a:rPr>
              <a:t>) async {</a:t>
            </a:r>
            <a:endParaRPr lang="en-US" altLang="zh-CN" sz="1600" b="1">
              <a:solidFill>
                <a:srgbClr val="0070C0"/>
              </a:solidFill>
              <a:latin typeface="Poppins" panose="00000800000000000000" charset="0"/>
              <a:cs typeface="Poppins" panose="00000800000000000000" charset="0"/>
            </a:endParaRPr>
          </a:p>
          <a:p>
            <a:r>
              <a:rPr lang="en-US" altLang="zh-CN" sz="1600" b="1">
                <a:solidFill>
                  <a:srgbClr val="0070C0"/>
                </a:solidFill>
                <a:latin typeface="Poppins" panose="00000800000000000000" charset="0"/>
                <a:cs typeface="Poppins" panose="00000800000000000000" charset="0"/>
              </a:rPr>
              <a:t>  finalprefs=awaitSharedPreferences.getInstance();</a:t>
            </a:r>
            <a:endParaRPr lang="en-US" altLang="zh-CN" sz="1600" b="1">
              <a:solidFill>
                <a:srgbClr val="0070C0"/>
              </a:solidFill>
              <a:latin typeface="Poppins" panose="00000800000000000000" charset="0"/>
              <a:cs typeface="Poppins" panose="00000800000000000000" charset="0"/>
            </a:endParaRPr>
          </a:p>
          <a:p>
            <a:r>
              <a:rPr lang="en-US" altLang="zh-CN" sz="1600" b="1">
                <a:solidFill>
                  <a:srgbClr val="0070C0"/>
                </a:solidFill>
                <a:latin typeface="Poppins" panose="00000800000000000000" charset="0"/>
                <a:cs typeface="Poppins" panose="00000800000000000000" charset="0"/>
              </a:rPr>
              <a:t>  prefs.setInt('balance', balance);</a:t>
            </a:r>
            <a:endParaRPr lang="en-US" altLang="zh-CN" sz="1600" b="1">
              <a:solidFill>
                <a:srgbClr val="0070C0"/>
              </a:solidFill>
              <a:latin typeface="Poppins" panose="00000800000000000000" charset="0"/>
              <a:cs typeface="Poppins" panose="00000800000000000000" charset="0"/>
            </a:endParaRPr>
          </a:p>
          <a:p>
            <a:r>
              <a:rPr lang="en-US" altLang="zh-CN" sz="1600" b="1">
                <a:solidFill>
                  <a:srgbClr val="0070C0"/>
                </a:solidFill>
                <a:latin typeface="Poppins" panose="00000800000000000000" charset="0"/>
                <a:cs typeface="Poppins" panose="00000800000000000000" charset="0"/>
              </a:rPr>
              <a:t>}</a:t>
            </a:r>
            <a:endParaRPr lang="en-US" altLang="zh-CN" sz="1600" b="1">
              <a:solidFill>
                <a:srgbClr val="0070C0"/>
              </a:solidFill>
              <a:latin typeface="Poppins" panose="00000800000000000000" charset="0"/>
              <a:cs typeface="Poppins" panose="00000800000000000000" charset="0"/>
            </a:endParaRPr>
          </a:p>
          <a:p>
            <a:r>
              <a:rPr lang="en-US" altLang="zh-CN" sz="1600" b="1">
                <a:solidFill>
                  <a:srgbClr val="0070C0"/>
                </a:solidFill>
                <a:latin typeface="Poppins" panose="00000800000000000000" charset="0"/>
                <a:cs typeface="Poppins" panose="00000800000000000000" charset="0"/>
              </a:rPr>
              <a:t>Future&lt;int&gt;getBalance() async {</a:t>
            </a:r>
            <a:endParaRPr lang="en-US" altLang="zh-CN" sz="1600" b="1">
              <a:solidFill>
                <a:srgbClr val="0070C0"/>
              </a:solidFill>
              <a:latin typeface="Poppins" panose="00000800000000000000" charset="0"/>
              <a:cs typeface="Poppins" panose="00000800000000000000" charset="0"/>
            </a:endParaRPr>
          </a:p>
          <a:p>
            <a:r>
              <a:rPr lang="en-US" altLang="zh-CN" sz="1600" b="1">
                <a:solidFill>
                  <a:srgbClr val="0070C0"/>
                </a:solidFill>
                <a:latin typeface="Poppins" panose="00000800000000000000" charset="0"/>
                <a:cs typeface="Poppins" panose="00000800000000000000" charset="0"/>
              </a:rPr>
              <a:t>  finalprefs=awaitSharedPreferences.getInstance();</a:t>
            </a:r>
            <a:endParaRPr lang="en-US" altLang="zh-CN" sz="1600" b="1">
              <a:solidFill>
                <a:srgbClr val="0070C0"/>
              </a:solidFill>
              <a:latin typeface="Poppins" panose="00000800000000000000" charset="0"/>
              <a:cs typeface="Poppins" panose="00000800000000000000" charset="0"/>
            </a:endParaRPr>
          </a:p>
          <a:p>
            <a:r>
              <a:rPr lang="en-US" altLang="zh-CN" sz="1600" b="1">
                <a:solidFill>
                  <a:srgbClr val="0070C0"/>
                </a:solidFill>
                <a:latin typeface="Poppins" panose="00000800000000000000" charset="0"/>
                <a:cs typeface="Poppins" panose="00000800000000000000" charset="0"/>
              </a:rPr>
              <a:t>  returnprefs.getInt('balance') ??0;</a:t>
            </a:r>
            <a:endParaRPr lang="en-US" altLang="zh-CN" sz="1600" b="1">
              <a:solidFill>
                <a:srgbClr val="0070C0"/>
              </a:solidFill>
              <a:latin typeface="Poppins" panose="00000800000000000000" charset="0"/>
              <a:cs typeface="Poppins" panose="00000800000000000000" charset="0"/>
            </a:endParaRPr>
          </a:p>
          <a:p>
            <a:r>
              <a:rPr lang="en-US" altLang="zh-CN" sz="1600" b="1">
                <a:solidFill>
                  <a:srgbClr val="0070C0"/>
                </a:solidFill>
                <a:latin typeface="Poppins" panose="00000800000000000000" charset="0"/>
                <a:cs typeface="Poppins" panose="00000800000000000000" charset="0"/>
              </a:rPr>
              <a:t>}</a:t>
            </a:r>
            <a:endParaRPr lang="en-US" altLang="zh-CN" sz="1600" b="1">
              <a:solidFill>
                <a:srgbClr val="0070C0"/>
              </a:solidFill>
              <a:latin typeface="Poppins" panose="00000800000000000000" charset="0"/>
              <a:cs typeface="Poppins" panose="00000800000000000000" charset="0"/>
            </a:endParaRPr>
          </a:p>
          <a:p>
            <a:pPr>
              <a:lnSpc>
                <a:spcPct val="150000"/>
              </a:lnSpc>
            </a:pPr>
            <a:r>
              <a:rPr lang="en-US" altLang="zh-CN" sz="1600" b="1">
                <a:latin typeface="Times New Roman" panose="02020603050405020304" charset="0"/>
                <a:cs typeface="Times New Roman" panose="02020603050405020304" charset="0"/>
              </a:rPr>
              <a:t>This code saves and retrieves the student’s balance using key-value storage.</a:t>
            </a:r>
            <a:endParaRPr lang="en-US" altLang="zh-CN" sz="1600" b="1">
              <a:latin typeface="Times New Roman" panose="02020603050405020304" charset="0"/>
              <a:cs typeface="Times New Roman" panose="02020603050405020304" charset="0"/>
            </a:endParaRPr>
          </a:p>
          <a:p>
            <a:pPr>
              <a:lnSpc>
                <a:spcPct val="150000"/>
              </a:lnSpc>
              <a:buFont typeface="Arial" panose="020B0604020202020204"/>
              <a:buChar char="•"/>
            </a:pPr>
            <a:r>
              <a:rPr lang="en-US" altLang="zh-CN" sz="1600" b="1">
                <a:latin typeface="Times New Roman" panose="02020603050405020304" charset="0"/>
                <a:cs typeface="Times New Roman" panose="02020603050405020304" charset="0"/>
              </a:rPr>
              <a:t>saveBalance() stores the balance locally using the key "balance". </a:t>
            </a:r>
            <a:endParaRPr lang="en-US" altLang="zh-CN" sz="1600" b="1">
              <a:latin typeface="Times New Roman" panose="02020603050405020304" charset="0"/>
              <a:cs typeface="Times New Roman" panose="02020603050405020304" charset="0"/>
            </a:endParaRPr>
          </a:p>
          <a:p>
            <a:pPr>
              <a:lnSpc>
                <a:spcPct val="150000"/>
              </a:lnSpc>
              <a:buFont typeface="Arial" panose="020B0604020202020204"/>
              <a:buChar char="•"/>
            </a:pPr>
            <a:r>
              <a:rPr lang="en-US" altLang="zh-CN" sz="1600" b="1">
                <a:latin typeface="Times New Roman" panose="02020603050405020304" charset="0"/>
                <a:cs typeface="Times New Roman" panose="02020603050405020304" charset="0"/>
              </a:rPr>
              <a:t>getBalance() retrieves the saved value; if no value exists, it returns 0. </a:t>
            </a:r>
            <a:endParaRPr lang="en-US" altLang="zh-CN" sz="1600" b="1">
              <a:latin typeface="Times New Roman" panose="02020603050405020304" charset="0"/>
              <a:cs typeface="Times New Roman" panose="02020603050405020304" charset="0"/>
            </a:endParaRPr>
          </a:p>
          <a:p>
            <a:pPr>
              <a:lnSpc>
                <a:spcPct val="150000"/>
              </a:lnSpc>
            </a:pPr>
            <a:r>
              <a:rPr lang="en-US" altLang="zh-CN" sz="1600" b="1">
                <a:latin typeface="Times New Roman" panose="02020603050405020304" charset="0"/>
                <a:cs typeface="Times New Roman" panose="02020603050405020304" charset="0"/>
              </a:rPr>
              <a:t>This allows the app to quickly show the user’s balance without needing internet access.</a:t>
            </a:r>
            <a:endParaRPr lang="en-US" altLang="zh-CN" sz="1600" b="1">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179705" y="1419860"/>
            <a:ext cx="7370445" cy="3054350"/>
          </a:xfrm>
          <a:prstGeom prst="rect">
            <a:avLst/>
          </a:prstGeom>
          <a:noFill/>
        </p:spPr>
        <p:txBody>
          <a:bodyPr wrap="square" rtlCol="0">
            <a:noAutofit/>
          </a:bodyPr>
          <a:p>
            <a:pPr marL="342900" indent="-342900">
              <a:buFont typeface="Wingdings" panose="05000000000000000000" charset="0"/>
              <a:buChar char="v"/>
            </a:pPr>
            <a:endParaRPr lang="en-US" altLang="en-US" sz="2000">
              <a:latin typeface="Times New Roman" panose="02020603050405020304" charset="0"/>
              <a:cs typeface="Times New Roman" panose="02020603050405020304" charset="0"/>
            </a:endParaRPr>
          </a:p>
        </p:txBody>
      </p:sp>
      <p:sp>
        <p:nvSpPr>
          <p:cNvPr id="3" name="Text Box 2"/>
          <p:cNvSpPr txBox="1"/>
          <p:nvPr/>
        </p:nvSpPr>
        <p:spPr>
          <a:xfrm>
            <a:off x="251460" y="627380"/>
            <a:ext cx="7680325" cy="3073400"/>
          </a:xfrm>
          <a:prstGeom prst="rect">
            <a:avLst/>
          </a:prstGeom>
        </p:spPr>
        <p:txBody>
          <a:bodyPr wrap="square">
            <a:spAutoFit/>
          </a:bodyPr>
          <a:p>
            <a:pPr>
              <a:lnSpc>
                <a:spcPct val="150000"/>
              </a:lnSpc>
              <a:spcAft>
                <a:spcPct val="60000"/>
              </a:spcAft>
            </a:pPr>
            <a:r>
              <a:rPr lang="en-US" altLang="zh-CN" sz="2300" b="1">
                <a:solidFill>
                  <a:srgbClr val="FF0000"/>
                </a:solidFill>
                <a:latin typeface="Times New Roman" panose="02020603050405020304" charset="0"/>
                <a:cs typeface="Times New Roman" panose="02020603050405020304" charset="0"/>
              </a:rPr>
              <a:t>Conclusion</a:t>
            </a:r>
            <a:endParaRPr lang="en-US" altLang="zh-CN" sz="2300" b="1">
              <a:solidFill>
                <a:srgbClr val="FF0000"/>
              </a:solidFill>
              <a:latin typeface="Times New Roman" panose="02020603050405020304" charset="0"/>
              <a:cs typeface="Times New Roman" panose="02020603050405020304" charset="0"/>
            </a:endParaRPr>
          </a:p>
          <a:p>
            <a:pPr>
              <a:lnSpc>
                <a:spcPct val="150000"/>
              </a:lnSpc>
            </a:pPr>
            <a:r>
              <a:rPr lang="en-US" altLang="zh-CN" sz="1600">
                <a:latin typeface="Times New Roman" panose="02020603050405020304" charset="0"/>
                <a:cs typeface="Times New Roman" panose="02020603050405020304" charset="0"/>
              </a:rPr>
              <a:t>Local and key-value storage play a key role in improving mobile app performance by enabling fast, offline data access. They are ideal for storing simple and frequently used data such as user balance and login state. However, they are not suitable for complex or critical data that requires synchronization and long-term reliability. Therefore, a well-designed mobile application combines local storage for speed and user experience with remote storage for accuracy and permanent data management.</a:t>
            </a:r>
            <a:endParaRPr lang="en-US" altLang="zh-CN" sz="1600">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Industrial Preliminary Project by Slidesgo">
  <a:themeElements>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4518</Words>
  <Application>WPS Presentation</Application>
  <PresentationFormat/>
  <Paragraphs>93</Paragraphs>
  <Slides>10</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10</vt:i4>
      </vt:variant>
    </vt:vector>
  </HeadingPairs>
  <TitlesOfParts>
    <vt:vector size="36" baseType="lpstr">
      <vt:lpstr>Arial</vt:lpstr>
      <vt:lpstr>SimSun</vt:lpstr>
      <vt:lpstr>Wingdings</vt:lpstr>
      <vt:lpstr>Arial</vt:lpstr>
      <vt:lpstr>Poppins</vt:lpstr>
      <vt:lpstr>Nunito Light</vt:lpstr>
      <vt:lpstr>Segoe Print</vt:lpstr>
      <vt:lpstr>PT Sans</vt:lpstr>
      <vt:lpstr>Proxima Nova Semibold</vt:lpstr>
      <vt:lpstr>Proxima Nova</vt:lpstr>
      <vt:lpstr>Times New Roman</vt:lpstr>
      <vt:lpstr>Wingdings</vt:lpstr>
      <vt:lpstr>Anaheim</vt:lpstr>
      <vt:lpstr>Arial Black</vt:lpstr>
      <vt:lpstr>Microsoft YaHei</vt:lpstr>
      <vt:lpstr>Arial Unicode MS</vt:lpstr>
      <vt:lpstr>Google Sans Text</vt:lpstr>
      <vt:lpstr>Cascadia Code SemiBold</vt:lpstr>
      <vt:lpstr>Poppins Light</vt:lpstr>
      <vt:lpstr>Calibri</vt:lpstr>
      <vt:lpstr>Amatic SC</vt:lpstr>
      <vt:lpstr>Roboto Medium</vt:lpstr>
      <vt:lpstr>Verdana</vt:lpstr>
      <vt:lpstr>poppin</vt:lpstr>
      <vt:lpstr>Poppins</vt:lpstr>
      <vt:lpstr>Industrial Preliminary Project by Slidesgo</vt:lpstr>
      <vt:lpstr>Haramaya university collage of computing and informatics department of computer science Industrial practice report </vt:lpstr>
      <vt:lpstr>1 : Introduction</vt:lpstr>
      <vt:lpstr>The Dire Dawa Police Clinic</vt:lpstr>
      <vt:lpstr>why do i choose this company?</vt:lpstr>
      <vt:lpstr>In which section of the company i have been working and why?</vt:lpstr>
      <vt:lpstr>what does the work flow in this section look like?</vt:lpstr>
      <vt:lpstr>PowerPoint 演示文稿</vt:lpstr>
      <vt:lpstr>PowerPoint 演示文稿</vt:lpstr>
      <vt:lpstr>what technical knowledge and skill from my course work were beneficial for my assignment</vt:lpstr>
      <vt:lpstr>what type of programming language ,methods,tools and techniques you have used from course work while performing your task?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Haramaya university collage of computing and informatics department of computer science Industrial practice report </dc:title>
  <dc:creator/>
  <cp:lastModifiedBy>Oumer</cp:lastModifiedBy>
  <cp:revision>6</cp:revision>
  <dcterms:created xsi:type="dcterms:W3CDTF">2025-11-04T21:34:00Z</dcterms:created>
  <dcterms:modified xsi:type="dcterms:W3CDTF">2026-04-14T07:06:28Z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15D7A687F87D4D5B8F14468BFDCE1669_13</vt:lpwstr>
  </property>
  <property fmtid="{D5CDD505-2E9C-101B-9397-08002B2CF9AE}" pid="3" name="KSOProductBuildVer">
    <vt:lpwstr>1033-12.2.0.23196</vt:lpwstr>
  </property>
</Properties>
</file>